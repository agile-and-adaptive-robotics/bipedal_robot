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8382000" cy="426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413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7750" y="698359"/>
            <a:ext cx="6286500" cy="1485618"/>
          </a:xfrm>
        </p:spPr>
        <p:txBody>
          <a:bodyPr anchor="b"/>
          <a:lstStyle>
            <a:lvl1pPr algn="ctr">
              <a:defRPr sz="37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7750" y="2241268"/>
            <a:ext cx="6286500" cy="1030252"/>
          </a:xfrm>
        </p:spPr>
        <p:txBody>
          <a:bodyPr/>
          <a:lstStyle>
            <a:lvl1pPr marL="0" indent="0" algn="ctr">
              <a:buNone/>
              <a:defRPr sz="1493"/>
            </a:lvl1pPr>
            <a:lvl2pPr marL="284470" indent="0" algn="ctr">
              <a:buNone/>
              <a:defRPr sz="1244"/>
            </a:lvl2pPr>
            <a:lvl3pPr marL="568940" indent="0" algn="ctr">
              <a:buNone/>
              <a:defRPr sz="1120"/>
            </a:lvl3pPr>
            <a:lvl4pPr marL="853410" indent="0" algn="ctr">
              <a:buNone/>
              <a:defRPr sz="996"/>
            </a:lvl4pPr>
            <a:lvl5pPr marL="1137879" indent="0" algn="ctr">
              <a:buNone/>
              <a:defRPr sz="996"/>
            </a:lvl5pPr>
            <a:lvl6pPr marL="1422349" indent="0" algn="ctr">
              <a:buNone/>
              <a:defRPr sz="996"/>
            </a:lvl6pPr>
            <a:lvl7pPr marL="1706819" indent="0" algn="ctr">
              <a:buNone/>
              <a:defRPr sz="996"/>
            </a:lvl7pPr>
            <a:lvl8pPr marL="1991289" indent="0" algn="ctr">
              <a:buNone/>
              <a:defRPr sz="996"/>
            </a:lvl8pPr>
            <a:lvl9pPr marL="2275759" indent="0" algn="ctr">
              <a:buNone/>
              <a:defRPr sz="9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7B13-4908-465F-A19F-08C18FF639A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7D0E-C767-4EB8-BD37-E71385EC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0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7B13-4908-465F-A19F-08C18FF639A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7D0E-C767-4EB8-BD37-E71385EC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4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897" y="1063837"/>
            <a:ext cx="7229475" cy="1775036"/>
          </a:xfrm>
        </p:spPr>
        <p:txBody>
          <a:bodyPr anchor="b"/>
          <a:lstStyle>
            <a:lvl1pPr>
              <a:defRPr sz="37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897" y="2855666"/>
            <a:ext cx="7229475" cy="933450"/>
          </a:xfrm>
        </p:spPr>
        <p:txBody>
          <a:bodyPr/>
          <a:lstStyle>
            <a:lvl1pPr marL="0" indent="0">
              <a:buNone/>
              <a:defRPr sz="1493">
                <a:solidFill>
                  <a:schemeClr val="tx1">
                    <a:tint val="82000"/>
                  </a:schemeClr>
                </a:solidFill>
              </a:defRPr>
            </a:lvl1pPr>
            <a:lvl2pPr marL="284470" indent="0">
              <a:buNone/>
              <a:defRPr sz="1244">
                <a:solidFill>
                  <a:schemeClr val="tx1">
                    <a:tint val="82000"/>
                  </a:schemeClr>
                </a:solidFill>
              </a:defRPr>
            </a:lvl2pPr>
            <a:lvl3pPr marL="56894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3pPr>
            <a:lvl4pPr marL="853410" indent="0">
              <a:buNone/>
              <a:defRPr sz="996">
                <a:solidFill>
                  <a:schemeClr val="tx1">
                    <a:tint val="82000"/>
                  </a:schemeClr>
                </a:solidFill>
              </a:defRPr>
            </a:lvl4pPr>
            <a:lvl5pPr marL="1137879" indent="0">
              <a:buNone/>
              <a:defRPr sz="996">
                <a:solidFill>
                  <a:schemeClr val="tx1">
                    <a:tint val="82000"/>
                  </a:schemeClr>
                </a:solidFill>
              </a:defRPr>
            </a:lvl5pPr>
            <a:lvl6pPr marL="1422349" indent="0">
              <a:buNone/>
              <a:defRPr sz="996">
                <a:solidFill>
                  <a:schemeClr val="tx1">
                    <a:tint val="82000"/>
                  </a:schemeClr>
                </a:solidFill>
              </a:defRPr>
            </a:lvl6pPr>
            <a:lvl7pPr marL="1706819" indent="0">
              <a:buNone/>
              <a:defRPr sz="996">
                <a:solidFill>
                  <a:schemeClr val="tx1">
                    <a:tint val="82000"/>
                  </a:schemeClr>
                </a:solidFill>
              </a:defRPr>
            </a:lvl7pPr>
            <a:lvl8pPr marL="1991289" indent="0">
              <a:buNone/>
              <a:defRPr sz="996">
                <a:solidFill>
                  <a:schemeClr val="tx1">
                    <a:tint val="82000"/>
                  </a:schemeClr>
                </a:solidFill>
              </a:defRPr>
            </a:lvl8pPr>
            <a:lvl9pPr marL="2275759" indent="0">
              <a:buNone/>
              <a:defRPr sz="9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7B13-4908-465F-A19F-08C18FF639A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7D0E-C767-4EB8-BD37-E71385EC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87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6263" y="1135945"/>
            <a:ext cx="3562350" cy="27074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3388" y="1135945"/>
            <a:ext cx="3562350" cy="27074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7B13-4908-465F-A19F-08C18FF639A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7D0E-C767-4EB8-BD37-E71385EC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68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354" y="227189"/>
            <a:ext cx="7229475" cy="8247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354" y="1046057"/>
            <a:ext cx="3545979" cy="512656"/>
          </a:xfrm>
        </p:spPr>
        <p:txBody>
          <a:bodyPr anchor="b"/>
          <a:lstStyle>
            <a:lvl1pPr marL="0" indent="0">
              <a:buNone/>
              <a:defRPr sz="1493" b="1"/>
            </a:lvl1pPr>
            <a:lvl2pPr marL="284470" indent="0">
              <a:buNone/>
              <a:defRPr sz="1244" b="1"/>
            </a:lvl2pPr>
            <a:lvl3pPr marL="568940" indent="0">
              <a:buNone/>
              <a:defRPr sz="1120" b="1"/>
            </a:lvl3pPr>
            <a:lvl4pPr marL="853410" indent="0">
              <a:buNone/>
              <a:defRPr sz="996" b="1"/>
            </a:lvl4pPr>
            <a:lvl5pPr marL="1137879" indent="0">
              <a:buNone/>
              <a:defRPr sz="996" b="1"/>
            </a:lvl5pPr>
            <a:lvl6pPr marL="1422349" indent="0">
              <a:buNone/>
              <a:defRPr sz="996" b="1"/>
            </a:lvl6pPr>
            <a:lvl7pPr marL="1706819" indent="0">
              <a:buNone/>
              <a:defRPr sz="996" b="1"/>
            </a:lvl7pPr>
            <a:lvl8pPr marL="1991289" indent="0">
              <a:buNone/>
              <a:defRPr sz="996" b="1"/>
            </a:lvl8pPr>
            <a:lvl9pPr marL="2275759" indent="0">
              <a:buNone/>
              <a:defRPr sz="9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7354" y="1558713"/>
            <a:ext cx="3545979" cy="2292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3387" y="1046057"/>
            <a:ext cx="3563442" cy="512656"/>
          </a:xfrm>
        </p:spPr>
        <p:txBody>
          <a:bodyPr anchor="b"/>
          <a:lstStyle>
            <a:lvl1pPr marL="0" indent="0">
              <a:buNone/>
              <a:defRPr sz="1493" b="1"/>
            </a:lvl1pPr>
            <a:lvl2pPr marL="284470" indent="0">
              <a:buNone/>
              <a:defRPr sz="1244" b="1"/>
            </a:lvl2pPr>
            <a:lvl3pPr marL="568940" indent="0">
              <a:buNone/>
              <a:defRPr sz="1120" b="1"/>
            </a:lvl3pPr>
            <a:lvl4pPr marL="853410" indent="0">
              <a:buNone/>
              <a:defRPr sz="996" b="1"/>
            </a:lvl4pPr>
            <a:lvl5pPr marL="1137879" indent="0">
              <a:buNone/>
              <a:defRPr sz="996" b="1"/>
            </a:lvl5pPr>
            <a:lvl6pPr marL="1422349" indent="0">
              <a:buNone/>
              <a:defRPr sz="996" b="1"/>
            </a:lvl6pPr>
            <a:lvl7pPr marL="1706819" indent="0">
              <a:buNone/>
              <a:defRPr sz="996" b="1"/>
            </a:lvl7pPr>
            <a:lvl8pPr marL="1991289" indent="0">
              <a:buNone/>
              <a:defRPr sz="996" b="1"/>
            </a:lvl8pPr>
            <a:lvl9pPr marL="2275759" indent="0">
              <a:buNone/>
              <a:defRPr sz="9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3387" y="1558713"/>
            <a:ext cx="3563442" cy="2292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7B13-4908-465F-A19F-08C18FF639A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7D0E-C767-4EB8-BD37-E71385EC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20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7B13-4908-465F-A19F-08C18FF639A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7D0E-C767-4EB8-BD37-E71385EC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60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7B13-4908-465F-A19F-08C18FF639A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7D0E-C767-4EB8-BD37-E71385EC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36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355" y="284480"/>
            <a:ext cx="2703413" cy="995680"/>
          </a:xfrm>
        </p:spPr>
        <p:txBody>
          <a:bodyPr anchor="b"/>
          <a:lstStyle>
            <a:lvl1pPr>
              <a:defRPr sz="19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3442" y="614398"/>
            <a:ext cx="4243388" cy="3032478"/>
          </a:xfrm>
        </p:spPr>
        <p:txBody>
          <a:bodyPr/>
          <a:lstStyle>
            <a:lvl1pPr>
              <a:defRPr sz="1991"/>
            </a:lvl1pPr>
            <a:lvl2pPr>
              <a:defRPr sz="1742"/>
            </a:lvl2pPr>
            <a:lvl3pPr>
              <a:defRPr sz="1493"/>
            </a:lvl3pPr>
            <a:lvl4pPr>
              <a:defRPr sz="1244"/>
            </a:lvl4pPr>
            <a:lvl5pPr>
              <a:defRPr sz="1244"/>
            </a:lvl5pPr>
            <a:lvl6pPr>
              <a:defRPr sz="1244"/>
            </a:lvl6pPr>
            <a:lvl7pPr>
              <a:defRPr sz="1244"/>
            </a:lvl7pPr>
            <a:lvl8pPr>
              <a:defRPr sz="1244"/>
            </a:lvl8pPr>
            <a:lvl9pPr>
              <a:defRPr sz="12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7355" y="1280160"/>
            <a:ext cx="2703413" cy="2371655"/>
          </a:xfrm>
        </p:spPr>
        <p:txBody>
          <a:bodyPr/>
          <a:lstStyle>
            <a:lvl1pPr marL="0" indent="0">
              <a:buNone/>
              <a:defRPr sz="996"/>
            </a:lvl1pPr>
            <a:lvl2pPr marL="284470" indent="0">
              <a:buNone/>
              <a:defRPr sz="871"/>
            </a:lvl2pPr>
            <a:lvl3pPr marL="568940" indent="0">
              <a:buNone/>
              <a:defRPr sz="747"/>
            </a:lvl3pPr>
            <a:lvl4pPr marL="853410" indent="0">
              <a:buNone/>
              <a:defRPr sz="622"/>
            </a:lvl4pPr>
            <a:lvl5pPr marL="1137879" indent="0">
              <a:buNone/>
              <a:defRPr sz="622"/>
            </a:lvl5pPr>
            <a:lvl6pPr marL="1422349" indent="0">
              <a:buNone/>
              <a:defRPr sz="622"/>
            </a:lvl6pPr>
            <a:lvl7pPr marL="1706819" indent="0">
              <a:buNone/>
              <a:defRPr sz="622"/>
            </a:lvl7pPr>
            <a:lvl8pPr marL="1991289" indent="0">
              <a:buNone/>
              <a:defRPr sz="622"/>
            </a:lvl8pPr>
            <a:lvl9pPr marL="2275759" indent="0">
              <a:buNone/>
              <a:defRPr sz="6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7B13-4908-465F-A19F-08C18FF639A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7D0E-C767-4EB8-BD37-E71385EC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59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355" y="284480"/>
            <a:ext cx="2703413" cy="995680"/>
          </a:xfrm>
        </p:spPr>
        <p:txBody>
          <a:bodyPr anchor="b"/>
          <a:lstStyle>
            <a:lvl1pPr>
              <a:defRPr sz="19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63442" y="614398"/>
            <a:ext cx="4243388" cy="3032478"/>
          </a:xfrm>
        </p:spPr>
        <p:txBody>
          <a:bodyPr anchor="t"/>
          <a:lstStyle>
            <a:lvl1pPr marL="0" indent="0">
              <a:buNone/>
              <a:defRPr sz="1991"/>
            </a:lvl1pPr>
            <a:lvl2pPr marL="284470" indent="0">
              <a:buNone/>
              <a:defRPr sz="1742"/>
            </a:lvl2pPr>
            <a:lvl3pPr marL="568940" indent="0">
              <a:buNone/>
              <a:defRPr sz="1493"/>
            </a:lvl3pPr>
            <a:lvl4pPr marL="853410" indent="0">
              <a:buNone/>
              <a:defRPr sz="1244"/>
            </a:lvl4pPr>
            <a:lvl5pPr marL="1137879" indent="0">
              <a:buNone/>
              <a:defRPr sz="1244"/>
            </a:lvl5pPr>
            <a:lvl6pPr marL="1422349" indent="0">
              <a:buNone/>
              <a:defRPr sz="1244"/>
            </a:lvl6pPr>
            <a:lvl7pPr marL="1706819" indent="0">
              <a:buNone/>
              <a:defRPr sz="1244"/>
            </a:lvl7pPr>
            <a:lvl8pPr marL="1991289" indent="0">
              <a:buNone/>
              <a:defRPr sz="1244"/>
            </a:lvl8pPr>
            <a:lvl9pPr marL="2275759" indent="0">
              <a:buNone/>
              <a:defRPr sz="124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7355" y="1280160"/>
            <a:ext cx="2703413" cy="2371655"/>
          </a:xfrm>
        </p:spPr>
        <p:txBody>
          <a:bodyPr/>
          <a:lstStyle>
            <a:lvl1pPr marL="0" indent="0">
              <a:buNone/>
              <a:defRPr sz="996"/>
            </a:lvl1pPr>
            <a:lvl2pPr marL="284470" indent="0">
              <a:buNone/>
              <a:defRPr sz="871"/>
            </a:lvl2pPr>
            <a:lvl3pPr marL="568940" indent="0">
              <a:buNone/>
              <a:defRPr sz="747"/>
            </a:lvl3pPr>
            <a:lvl4pPr marL="853410" indent="0">
              <a:buNone/>
              <a:defRPr sz="622"/>
            </a:lvl4pPr>
            <a:lvl5pPr marL="1137879" indent="0">
              <a:buNone/>
              <a:defRPr sz="622"/>
            </a:lvl5pPr>
            <a:lvl6pPr marL="1422349" indent="0">
              <a:buNone/>
              <a:defRPr sz="622"/>
            </a:lvl6pPr>
            <a:lvl7pPr marL="1706819" indent="0">
              <a:buNone/>
              <a:defRPr sz="622"/>
            </a:lvl7pPr>
            <a:lvl8pPr marL="1991289" indent="0">
              <a:buNone/>
              <a:defRPr sz="622"/>
            </a:lvl8pPr>
            <a:lvl9pPr marL="2275759" indent="0">
              <a:buNone/>
              <a:defRPr sz="6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7B13-4908-465F-A19F-08C18FF639A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7D0E-C767-4EB8-BD37-E71385EC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10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7B13-4908-465F-A19F-08C18FF639A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7D0E-C767-4EB8-BD37-E71385EC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32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98369" y="227189"/>
            <a:ext cx="1807369" cy="361625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6263" y="227189"/>
            <a:ext cx="5317331" cy="361625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7B13-4908-465F-A19F-08C18FF639A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7D0E-C767-4EB8-BD37-E71385EC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51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263" y="227189"/>
            <a:ext cx="7229475" cy="824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263" y="1135945"/>
            <a:ext cx="7229475" cy="2707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6263" y="3955062"/>
            <a:ext cx="1885950" cy="2271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FF7B13-4908-465F-A19F-08C18FF639A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76538" y="3955062"/>
            <a:ext cx="2828925" cy="2271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19788" y="3955062"/>
            <a:ext cx="1885950" cy="2271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17D0E-C767-4EB8-BD37-E71385EC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4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68940" rtl="0" eaLnBrk="1" latinLnBrk="0" hangingPunct="1">
        <a:lnSpc>
          <a:spcPct val="90000"/>
        </a:lnSpc>
        <a:spcBef>
          <a:spcPct val="0"/>
        </a:spcBef>
        <a:buNone/>
        <a:defRPr sz="27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2235" indent="-142235" algn="l" defTabSz="568940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1742" kern="1200">
          <a:solidFill>
            <a:schemeClr val="tx1"/>
          </a:solidFill>
          <a:latin typeface="+mn-lt"/>
          <a:ea typeface="+mn-ea"/>
          <a:cs typeface="+mn-cs"/>
        </a:defRPr>
      </a:lvl1pPr>
      <a:lvl2pPr marL="426705" indent="-142235" algn="l" defTabSz="568940" rtl="0" eaLnBrk="1" latinLnBrk="0" hangingPunct="1">
        <a:lnSpc>
          <a:spcPct val="90000"/>
        </a:lnSpc>
        <a:spcBef>
          <a:spcPts val="311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2pPr>
      <a:lvl3pPr marL="711175" indent="-142235" algn="l" defTabSz="568940" rtl="0" eaLnBrk="1" latinLnBrk="0" hangingPunct="1">
        <a:lnSpc>
          <a:spcPct val="90000"/>
        </a:lnSpc>
        <a:spcBef>
          <a:spcPts val="311"/>
        </a:spcBef>
        <a:buFont typeface="Arial" panose="020B0604020202020204" pitchFamily="34" charset="0"/>
        <a:buChar char="•"/>
        <a:defRPr sz="1244" kern="1200">
          <a:solidFill>
            <a:schemeClr val="tx1"/>
          </a:solidFill>
          <a:latin typeface="+mn-lt"/>
          <a:ea typeface="+mn-ea"/>
          <a:cs typeface="+mn-cs"/>
        </a:defRPr>
      </a:lvl3pPr>
      <a:lvl4pPr marL="995644" indent="-142235" algn="l" defTabSz="568940" rtl="0" eaLnBrk="1" latinLnBrk="0" hangingPunct="1">
        <a:lnSpc>
          <a:spcPct val="90000"/>
        </a:lnSpc>
        <a:spcBef>
          <a:spcPts val="311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14" indent="-142235" algn="l" defTabSz="568940" rtl="0" eaLnBrk="1" latinLnBrk="0" hangingPunct="1">
        <a:lnSpc>
          <a:spcPct val="90000"/>
        </a:lnSpc>
        <a:spcBef>
          <a:spcPts val="311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5pPr>
      <a:lvl6pPr marL="1564584" indent="-142235" algn="l" defTabSz="568940" rtl="0" eaLnBrk="1" latinLnBrk="0" hangingPunct="1">
        <a:lnSpc>
          <a:spcPct val="90000"/>
        </a:lnSpc>
        <a:spcBef>
          <a:spcPts val="311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6pPr>
      <a:lvl7pPr marL="1849054" indent="-142235" algn="l" defTabSz="568940" rtl="0" eaLnBrk="1" latinLnBrk="0" hangingPunct="1">
        <a:lnSpc>
          <a:spcPct val="90000"/>
        </a:lnSpc>
        <a:spcBef>
          <a:spcPts val="311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7pPr>
      <a:lvl8pPr marL="2133524" indent="-142235" algn="l" defTabSz="568940" rtl="0" eaLnBrk="1" latinLnBrk="0" hangingPunct="1">
        <a:lnSpc>
          <a:spcPct val="90000"/>
        </a:lnSpc>
        <a:spcBef>
          <a:spcPts val="311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8pPr>
      <a:lvl9pPr marL="2417994" indent="-142235" algn="l" defTabSz="568940" rtl="0" eaLnBrk="1" latinLnBrk="0" hangingPunct="1">
        <a:lnSpc>
          <a:spcPct val="90000"/>
        </a:lnSpc>
        <a:spcBef>
          <a:spcPts val="311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8940" rtl="0" eaLnBrk="1" latinLnBrk="0" hangingPunct="1"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84470" algn="l" defTabSz="568940" rtl="0" eaLnBrk="1" latinLnBrk="0" hangingPunct="1">
        <a:defRPr sz="1120" kern="1200">
          <a:solidFill>
            <a:schemeClr val="tx1"/>
          </a:solidFill>
          <a:latin typeface="+mn-lt"/>
          <a:ea typeface="+mn-ea"/>
          <a:cs typeface="+mn-cs"/>
        </a:defRPr>
      </a:lvl2pPr>
      <a:lvl3pPr marL="568940" algn="l" defTabSz="568940" rtl="0" eaLnBrk="1" latinLnBrk="0" hangingPunct="1">
        <a:defRPr sz="1120" kern="1200">
          <a:solidFill>
            <a:schemeClr val="tx1"/>
          </a:solidFill>
          <a:latin typeface="+mn-lt"/>
          <a:ea typeface="+mn-ea"/>
          <a:cs typeface="+mn-cs"/>
        </a:defRPr>
      </a:lvl3pPr>
      <a:lvl4pPr marL="853410" algn="l" defTabSz="568940" rtl="0" eaLnBrk="1" latinLnBrk="0" hangingPunct="1">
        <a:defRPr sz="1120" kern="1200">
          <a:solidFill>
            <a:schemeClr val="tx1"/>
          </a:solidFill>
          <a:latin typeface="+mn-lt"/>
          <a:ea typeface="+mn-ea"/>
          <a:cs typeface="+mn-cs"/>
        </a:defRPr>
      </a:lvl4pPr>
      <a:lvl5pPr marL="1137879" algn="l" defTabSz="568940" rtl="0" eaLnBrk="1" latinLnBrk="0" hangingPunct="1">
        <a:defRPr sz="1120" kern="1200">
          <a:solidFill>
            <a:schemeClr val="tx1"/>
          </a:solidFill>
          <a:latin typeface="+mn-lt"/>
          <a:ea typeface="+mn-ea"/>
          <a:cs typeface="+mn-cs"/>
        </a:defRPr>
      </a:lvl5pPr>
      <a:lvl6pPr marL="1422349" algn="l" defTabSz="568940" rtl="0" eaLnBrk="1" latinLnBrk="0" hangingPunct="1">
        <a:defRPr sz="1120" kern="1200">
          <a:solidFill>
            <a:schemeClr val="tx1"/>
          </a:solidFill>
          <a:latin typeface="+mn-lt"/>
          <a:ea typeface="+mn-ea"/>
          <a:cs typeface="+mn-cs"/>
        </a:defRPr>
      </a:lvl6pPr>
      <a:lvl7pPr marL="1706819" algn="l" defTabSz="568940" rtl="0" eaLnBrk="1" latinLnBrk="0" hangingPunct="1">
        <a:defRPr sz="1120" kern="1200">
          <a:solidFill>
            <a:schemeClr val="tx1"/>
          </a:solidFill>
          <a:latin typeface="+mn-lt"/>
          <a:ea typeface="+mn-ea"/>
          <a:cs typeface="+mn-cs"/>
        </a:defRPr>
      </a:lvl7pPr>
      <a:lvl8pPr marL="1991289" algn="l" defTabSz="568940" rtl="0" eaLnBrk="1" latinLnBrk="0" hangingPunct="1">
        <a:defRPr sz="1120" kern="1200">
          <a:solidFill>
            <a:schemeClr val="tx1"/>
          </a:solidFill>
          <a:latin typeface="+mn-lt"/>
          <a:ea typeface="+mn-ea"/>
          <a:cs typeface="+mn-cs"/>
        </a:defRPr>
      </a:lvl8pPr>
      <a:lvl9pPr marL="2275759" algn="l" defTabSz="568940" rtl="0" eaLnBrk="1" latinLnBrk="0" hangingPunct="1">
        <a:defRPr sz="11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roup 167">
            <a:extLst>
              <a:ext uri="{FF2B5EF4-FFF2-40B4-BE49-F238E27FC236}">
                <a16:creationId xmlns:a16="http://schemas.microsoft.com/office/drawing/2014/main" id="{30E50E41-F912-5573-64A6-5BC775781427}"/>
              </a:ext>
            </a:extLst>
          </p:cNvPr>
          <p:cNvGrpSpPr/>
          <p:nvPr/>
        </p:nvGrpSpPr>
        <p:grpSpPr>
          <a:xfrm>
            <a:off x="837385" y="278515"/>
            <a:ext cx="1085116" cy="1761065"/>
            <a:chOff x="205346" y="240020"/>
            <a:chExt cx="1085116" cy="176106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8CB0491-A7BD-B41A-3E30-2B9DC99620B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5346" y="240020"/>
              <a:ext cx="1085116" cy="1761065"/>
              <a:chOff x="391175" y="558368"/>
              <a:chExt cx="563426" cy="914400"/>
            </a:xfrm>
          </p:grpSpPr>
          <p:pic>
            <p:nvPicPr>
              <p:cNvPr id="5" name="Graphic 4" descr="Man with solid fill">
                <a:extLst>
                  <a:ext uri="{FF2B5EF4-FFF2-40B4-BE49-F238E27FC236}">
                    <a16:creationId xmlns:a16="http://schemas.microsoft.com/office/drawing/2014/main" id="{2414EEEB-FA82-3644-2A2D-11BBC7D37B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l="38383"/>
              <a:stretch>
                <a:fillRect/>
              </a:stretch>
            </p:blipFill>
            <p:spPr>
              <a:xfrm>
                <a:off x="391175" y="558368"/>
                <a:ext cx="563426" cy="914400"/>
              </a:xfrm>
              <a:prstGeom prst="rect">
                <a:avLst/>
              </a:prstGeom>
            </p:spPr>
          </p:pic>
          <p:sp>
            <p:nvSpPr>
              <p:cNvPr id="9" name="Flowchart: Connector 8">
                <a:extLst>
                  <a:ext uri="{FF2B5EF4-FFF2-40B4-BE49-F238E27FC236}">
                    <a16:creationId xmlns:a16="http://schemas.microsoft.com/office/drawing/2014/main" id="{D4A2EC01-5C33-046C-930B-5DFD6FD5CFC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2888" y="1018955"/>
                <a:ext cx="135467" cy="135467"/>
              </a:xfrm>
              <a:prstGeom prst="flowChartConnector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072473D-6756-BCEE-0548-9DE18E84BCF1}"/>
                </a:ext>
              </a:extLst>
            </p:cNvPr>
            <p:cNvCxnSpPr/>
            <p:nvPr/>
          </p:nvCxnSpPr>
          <p:spPr>
            <a:xfrm>
              <a:off x="629919" y="692356"/>
              <a:ext cx="117984" cy="36846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39192FD-8479-E189-7247-0440F44B76A9}"/>
              </a:ext>
            </a:extLst>
          </p:cNvPr>
          <p:cNvGrpSpPr/>
          <p:nvPr/>
        </p:nvGrpSpPr>
        <p:grpSpPr>
          <a:xfrm>
            <a:off x="838750" y="2280910"/>
            <a:ext cx="1085117" cy="1761067"/>
            <a:chOff x="205345" y="2133599"/>
            <a:chExt cx="1085117" cy="176106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CD16C0B-6CAC-9E25-8D79-256D5FAAF49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5345" y="2133599"/>
              <a:ext cx="1085117" cy="1761067"/>
              <a:chOff x="391175" y="1815254"/>
              <a:chExt cx="563426" cy="914400"/>
            </a:xfrm>
          </p:grpSpPr>
          <p:pic>
            <p:nvPicPr>
              <p:cNvPr id="7" name="Graphic 6" descr="Confused person with solid fill">
                <a:extLst>
                  <a:ext uri="{FF2B5EF4-FFF2-40B4-BE49-F238E27FC236}">
                    <a16:creationId xmlns:a16="http://schemas.microsoft.com/office/drawing/2014/main" id="{88930A69-3017-4521-2007-ADB3A0B896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8383"/>
              <a:stretch>
                <a:fillRect/>
              </a:stretch>
            </p:blipFill>
            <p:spPr>
              <a:xfrm>
                <a:off x="391175" y="1815254"/>
                <a:ext cx="563426" cy="914400"/>
              </a:xfrm>
              <a:prstGeom prst="rect">
                <a:avLst/>
              </a:prstGeom>
            </p:spPr>
          </p:pic>
          <p:sp>
            <p:nvSpPr>
              <p:cNvPr id="8" name="Flowchart: Connector 7">
                <a:extLst>
                  <a:ext uri="{FF2B5EF4-FFF2-40B4-BE49-F238E27FC236}">
                    <a16:creationId xmlns:a16="http://schemas.microsoft.com/office/drawing/2014/main" id="{46CC8027-D39B-6C7F-BBF6-F404BCC365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8772" y="2065866"/>
                <a:ext cx="135467" cy="135467"/>
              </a:xfrm>
              <a:prstGeom prst="flowChartConnector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A42B9C8-B1D2-41AF-3C7D-C4E82CA358A7}"/>
                </a:ext>
              </a:extLst>
            </p:cNvPr>
            <p:cNvCxnSpPr>
              <a:cxnSpLocks/>
            </p:cNvCxnSpPr>
            <p:nvPr/>
          </p:nvCxnSpPr>
          <p:spPr>
            <a:xfrm>
              <a:off x="629919" y="2616259"/>
              <a:ext cx="117984" cy="26089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DAFDC41-48EF-805D-2320-BE87CB780A3D}"/>
                </a:ext>
              </a:extLst>
            </p:cNvPr>
            <p:cNvSpPr/>
            <p:nvPr/>
          </p:nvSpPr>
          <p:spPr>
            <a:xfrm>
              <a:off x="629919" y="2668693"/>
              <a:ext cx="117984" cy="14224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751678A-B267-6CBD-4368-7348430F5F35}"/>
              </a:ext>
            </a:extLst>
          </p:cNvPr>
          <p:cNvGrpSpPr>
            <a:grpSpLocks noChangeAspect="1"/>
          </p:cNvGrpSpPr>
          <p:nvPr/>
        </p:nvGrpSpPr>
        <p:grpSpPr>
          <a:xfrm>
            <a:off x="2548506" y="386076"/>
            <a:ext cx="1508236" cy="884383"/>
            <a:chOff x="2717439" y="732877"/>
            <a:chExt cx="929640" cy="54511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0078E18-11B1-53ED-3D67-56CDF8F7A81D}"/>
                </a:ext>
              </a:extLst>
            </p:cNvPr>
            <p:cNvSpPr/>
            <p:nvPr/>
          </p:nvSpPr>
          <p:spPr>
            <a:xfrm>
              <a:off x="2961279" y="1060819"/>
              <a:ext cx="43434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E666ED4-ADF9-462D-FF26-EC5358786D0B}"/>
                </a:ext>
              </a:extLst>
            </p:cNvPr>
            <p:cNvSpPr/>
            <p:nvPr/>
          </p:nvSpPr>
          <p:spPr>
            <a:xfrm>
              <a:off x="3258459" y="1060819"/>
              <a:ext cx="4953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5F3742E-C33C-039D-4F31-D4979CAF4A49}"/>
                </a:ext>
              </a:extLst>
            </p:cNvPr>
            <p:cNvSpPr/>
            <p:nvPr/>
          </p:nvSpPr>
          <p:spPr>
            <a:xfrm>
              <a:off x="3307989" y="1114159"/>
              <a:ext cx="339090" cy="495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CC0C918-A251-481C-55AE-7A8EABDDDF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5614" y="931279"/>
              <a:ext cx="0" cy="1257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8EC047F6-030C-5D09-B73E-FF485450F7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58459" y="732877"/>
              <a:ext cx="198120" cy="190782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68E7C13-E917-1402-FD7F-4CC166806237}"/>
                </a:ext>
              </a:extLst>
            </p:cNvPr>
            <p:cNvCxnSpPr>
              <a:stCxn id="29" idx="1"/>
            </p:cNvCxnSpPr>
            <p:nvPr/>
          </p:nvCxnSpPr>
          <p:spPr>
            <a:xfrm flipH="1">
              <a:off x="2858409" y="1137019"/>
              <a:ext cx="102870" cy="19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1DE4A02-1CC0-51A0-6D91-EBE8AAA5BE64}"/>
                </a:ext>
              </a:extLst>
            </p:cNvPr>
            <p:cNvCxnSpPr>
              <a:cxnSpLocks/>
            </p:cNvCxnSpPr>
            <p:nvPr/>
          </p:nvCxnSpPr>
          <p:spPr>
            <a:xfrm>
              <a:off x="2846979" y="994144"/>
              <a:ext cx="1905" cy="2838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F46BC42-AAD1-7252-36B7-C57129E80644}"/>
                </a:ext>
              </a:extLst>
            </p:cNvPr>
            <p:cNvCxnSpPr/>
            <p:nvPr/>
          </p:nvCxnSpPr>
          <p:spPr>
            <a:xfrm>
              <a:off x="2728869" y="877939"/>
              <a:ext cx="118110" cy="1295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7F9321B-0622-6DBF-5F92-938445BC3191}"/>
                </a:ext>
              </a:extLst>
            </p:cNvPr>
            <p:cNvCxnSpPr>
              <a:cxnSpLocks/>
            </p:cNvCxnSpPr>
            <p:nvPr/>
          </p:nvCxnSpPr>
          <p:spPr>
            <a:xfrm>
              <a:off x="2717439" y="1011289"/>
              <a:ext cx="131445" cy="1295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CB57555-C80F-5FD0-9B06-A402FB65F22D}"/>
                </a:ext>
              </a:extLst>
            </p:cNvPr>
            <p:cNvCxnSpPr>
              <a:cxnSpLocks/>
            </p:cNvCxnSpPr>
            <p:nvPr/>
          </p:nvCxnSpPr>
          <p:spPr>
            <a:xfrm>
              <a:off x="2717439" y="1148449"/>
              <a:ext cx="131445" cy="1295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6C659CE9-8240-CD44-FDB5-9A9DD9931174}"/>
                </a:ext>
              </a:extLst>
            </p:cNvPr>
            <p:cNvCxnSpPr>
              <a:cxnSpLocks/>
              <a:stCxn id="39" idx="7"/>
              <a:endCxn id="39" idx="3"/>
            </p:cNvCxnSpPr>
            <p:nvPr/>
          </p:nvCxnSpPr>
          <p:spPr>
            <a:xfrm flipH="1">
              <a:off x="3287473" y="760816"/>
              <a:ext cx="140092" cy="134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C2F4235D-1550-6BBB-996F-9823C84A00FF}"/>
              </a:ext>
            </a:extLst>
          </p:cNvPr>
          <p:cNvSpPr>
            <a:spLocks noChangeAspect="1"/>
          </p:cNvSpPr>
          <p:nvPr/>
        </p:nvSpPr>
        <p:spPr>
          <a:xfrm>
            <a:off x="3996315" y="3561424"/>
            <a:ext cx="148816" cy="143304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C3FAEC5-F439-DD17-9156-38B1C26A1B42}"/>
              </a:ext>
            </a:extLst>
          </p:cNvPr>
          <p:cNvSpPr/>
          <p:nvPr/>
        </p:nvSpPr>
        <p:spPr>
          <a:xfrm>
            <a:off x="2962653" y="2104358"/>
            <a:ext cx="704668" cy="2472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97A297F-825C-9D23-D57D-74B21CC94A90}"/>
              </a:ext>
            </a:extLst>
          </p:cNvPr>
          <p:cNvSpPr/>
          <p:nvPr/>
        </p:nvSpPr>
        <p:spPr>
          <a:xfrm>
            <a:off x="3444794" y="2104358"/>
            <a:ext cx="80357" cy="2472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E5555B3-4F62-DE7E-76FE-A79519772A4D}"/>
              </a:ext>
            </a:extLst>
          </p:cNvPr>
          <p:cNvSpPr/>
          <p:nvPr/>
        </p:nvSpPr>
        <p:spPr>
          <a:xfrm>
            <a:off x="3525151" y="2190896"/>
            <a:ext cx="550135" cy="803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B935A8C-042A-54AD-0667-8A017E0B34B3}"/>
              </a:ext>
            </a:extLst>
          </p:cNvPr>
          <p:cNvCxnSpPr>
            <a:cxnSpLocks/>
          </p:cNvCxnSpPr>
          <p:nvPr/>
        </p:nvCxnSpPr>
        <p:spPr>
          <a:xfrm flipV="1">
            <a:off x="3602417" y="1894194"/>
            <a:ext cx="0" cy="2039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F7EADA16-CC40-8234-D067-7D26B954438B}"/>
              </a:ext>
            </a:extLst>
          </p:cNvPr>
          <p:cNvSpPr>
            <a:spLocks noChangeAspect="1"/>
          </p:cNvSpPr>
          <p:nvPr/>
        </p:nvSpPr>
        <p:spPr>
          <a:xfrm>
            <a:off x="3444794" y="1572309"/>
            <a:ext cx="321427" cy="30952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ADF57B-780E-1A0C-ECC5-833AE20FBB7D}"/>
              </a:ext>
            </a:extLst>
          </p:cNvPr>
          <p:cNvCxnSpPr>
            <a:cxnSpLocks/>
            <a:stCxn id="60" idx="1"/>
          </p:cNvCxnSpPr>
          <p:nvPr/>
        </p:nvCxnSpPr>
        <p:spPr>
          <a:xfrm flipH="1">
            <a:off x="2782110" y="2227984"/>
            <a:ext cx="1805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F1EC77D-38E4-5A19-B4EA-94B46D10287D}"/>
              </a:ext>
            </a:extLst>
          </p:cNvPr>
          <p:cNvCxnSpPr>
            <a:cxnSpLocks/>
          </p:cNvCxnSpPr>
          <p:nvPr/>
        </p:nvCxnSpPr>
        <p:spPr>
          <a:xfrm>
            <a:off x="2777214" y="1996185"/>
            <a:ext cx="3091" cy="4605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E9FDD63-F435-1C72-D052-C43A1E6571CB}"/>
              </a:ext>
            </a:extLst>
          </p:cNvPr>
          <p:cNvCxnSpPr/>
          <p:nvPr/>
        </p:nvCxnSpPr>
        <p:spPr>
          <a:xfrm>
            <a:off x="2585594" y="1797496"/>
            <a:ext cx="191620" cy="210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E1538A3-C875-C5E1-BB5B-253066D57CFE}"/>
              </a:ext>
            </a:extLst>
          </p:cNvPr>
          <p:cNvCxnSpPr>
            <a:cxnSpLocks/>
          </p:cNvCxnSpPr>
          <p:nvPr/>
        </p:nvCxnSpPr>
        <p:spPr>
          <a:xfrm>
            <a:off x="2567050" y="2024001"/>
            <a:ext cx="213255" cy="210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9614E8A-AD54-3070-A746-6444119CDAB1}"/>
              </a:ext>
            </a:extLst>
          </p:cNvPr>
          <p:cNvCxnSpPr>
            <a:cxnSpLocks/>
          </p:cNvCxnSpPr>
          <p:nvPr/>
        </p:nvCxnSpPr>
        <p:spPr>
          <a:xfrm>
            <a:off x="2567050" y="2246528"/>
            <a:ext cx="213255" cy="210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8D19ECE-7BF7-3A71-E09C-67244B16D736}"/>
              </a:ext>
            </a:extLst>
          </p:cNvPr>
          <p:cNvCxnSpPr>
            <a:cxnSpLocks/>
            <a:stCxn id="64" idx="1"/>
            <a:endCxn id="64" idx="5"/>
          </p:cNvCxnSpPr>
          <p:nvPr/>
        </p:nvCxnSpPr>
        <p:spPr>
          <a:xfrm>
            <a:off x="3491866" y="1617637"/>
            <a:ext cx="227283" cy="218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ED99726E-2492-4943-5492-DAAA3C843102}"/>
              </a:ext>
            </a:extLst>
          </p:cNvPr>
          <p:cNvSpPr/>
          <p:nvPr/>
        </p:nvSpPr>
        <p:spPr>
          <a:xfrm>
            <a:off x="3029910" y="3352394"/>
            <a:ext cx="704668" cy="2472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4624281-EF5F-AF59-73E2-2C29092276EF}"/>
              </a:ext>
            </a:extLst>
          </p:cNvPr>
          <p:cNvSpPr/>
          <p:nvPr/>
        </p:nvSpPr>
        <p:spPr>
          <a:xfrm>
            <a:off x="3250314" y="3358575"/>
            <a:ext cx="80357" cy="2472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98FD311-F31E-89CC-BF33-F89BDE44B623}"/>
              </a:ext>
            </a:extLst>
          </p:cNvPr>
          <p:cNvSpPr/>
          <p:nvPr/>
        </p:nvSpPr>
        <p:spPr>
          <a:xfrm>
            <a:off x="3330671" y="3442022"/>
            <a:ext cx="976434" cy="803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8878131-5C99-03C1-3ED4-BC951ECCFE3D}"/>
              </a:ext>
            </a:extLst>
          </p:cNvPr>
          <p:cNvCxnSpPr>
            <a:cxnSpLocks/>
          </p:cNvCxnSpPr>
          <p:nvPr/>
        </p:nvCxnSpPr>
        <p:spPr>
          <a:xfrm flipV="1">
            <a:off x="3669674" y="3142230"/>
            <a:ext cx="0" cy="2039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8B1C58C2-24C4-452F-D1E6-0360CED90B52}"/>
              </a:ext>
            </a:extLst>
          </p:cNvPr>
          <p:cNvSpPr>
            <a:spLocks noChangeAspect="1"/>
          </p:cNvSpPr>
          <p:nvPr/>
        </p:nvSpPr>
        <p:spPr>
          <a:xfrm>
            <a:off x="3512051" y="2820345"/>
            <a:ext cx="321427" cy="30952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3CDF281-39A9-1697-84D7-5965321E038C}"/>
              </a:ext>
            </a:extLst>
          </p:cNvPr>
          <p:cNvCxnSpPr>
            <a:stCxn id="72" idx="1"/>
          </p:cNvCxnSpPr>
          <p:nvPr/>
        </p:nvCxnSpPr>
        <p:spPr>
          <a:xfrm flipH="1">
            <a:off x="2863015" y="3476020"/>
            <a:ext cx="166895" cy="30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477BDA3-A08C-A5DE-E459-5F1B40948D1E}"/>
              </a:ext>
            </a:extLst>
          </p:cNvPr>
          <p:cNvCxnSpPr>
            <a:cxnSpLocks/>
          </p:cNvCxnSpPr>
          <p:nvPr/>
        </p:nvCxnSpPr>
        <p:spPr>
          <a:xfrm>
            <a:off x="2844471" y="3244221"/>
            <a:ext cx="3091" cy="4605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91E971C-39CB-F572-EF6D-687FA3C7ACBE}"/>
              </a:ext>
            </a:extLst>
          </p:cNvPr>
          <p:cNvCxnSpPr/>
          <p:nvPr/>
        </p:nvCxnSpPr>
        <p:spPr>
          <a:xfrm>
            <a:off x="2652851" y="3055692"/>
            <a:ext cx="191620" cy="210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5A87F8A-0F9A-0A34-A81D-03F3689B953C}"/>
              </a:ext>
            </a:extLst>
          </p:cNvPr>
          <p:cNvCxnSpPr>
            <a:cxnSpLocks/>
          </p:cNvCxnSpPr>
          <p:nvPr/>
        </p:nvCxnSpPr>
        <p:spPr>
          <a:xfrm>
            <a:off x="2634307" y="3272037"/>
            <a:ext cx="213255" cy="210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39BE37C-99EC-CA99-63B1-379E6979DDD3}"/>
              </a:ext>
            </a:extLst>
          </p:cNvPr>
          <p:cNvCxnSpPr>
            <a:cxnSpLocks/>
          </p:cNvCxnSpPr>
          <p:nvPr/>
        </p:nvCxnSpPr>
        <p:spPr>
          <a:xfrm>
            <a:off x="2634307" y="3494564"/>
            <a:ext cx="213255" cy="210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5B37D1B-EEC0-0AC6-B14E-99673270E86D}"/>
              </a:ext>
            </a:extLst>
          </p:cNvPr>
          <p:cNvCxnSpPr>
            <a:cxnSpLocks/>
            <a:stCxn id="76" idx="1"/>
            <a:endCxn id="76" idx="5"/>
          </p:cNvCxnSpPr>
          <p:nvPr/>
        </p:nvCxnSpPr>
        <p:spPr>
          <a:xfrm>
            <a:off x="3559123" y="2865673"/>
            <a:ext cx="227283" cy="218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lowchart: Connector 82">
            <a:extLst>
              <a:ext uri="{FF2B5EF4-FFF2-40B4-BE49-F238E27FC236}">
                <a16:creationId xmlns:a16="http://schemas.microsoft.com/office/drawing/2014/main" id="{3E39EBD7-C7D5-B408-5CDB-24B083DF3E99}"/>
              </a:ext>
            </a:extLst>
          </p:cNvPr>
          <p:cNvSpPr>
            <a:spLocks noChangeAspect="1"/>
          </p:cNvSpPr>
          <p:nvPr/>
        </p:nvSpPr>
        <p:spPr>
          <a:xfrm>
            <a:off x="4163369" y="3561424"/>
            <a:ext cx="148816" cy="143304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C99FFC8-A4CB-DB4D-829B-4FE546CAE280}"/>
              </a:ext>
            </a:extLst>
          </p:cNvPr>
          <p:cNvCxnSpPr>
            <a:stCxn id="62" idx="3"/>
          </p:cNvCxnSpPr>
          <p:nvPr/>
        </p:nvCxnSpPr>
        <p:spPr>
          <a:xfrm>
            <a:off x="4075286" y="2231075"/>
            <a:ext cx="236899" cy="30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A3B8B72-A776-3B61-060C-19824DD0E0B7}"/>
              </a:ext>
            </a:extLst>
          </p:cNvPr>
          <p:cNvCxnSpPr/>
          <p:nvPr/>
        </p:nvCxnSpPr>
        <p:spPr>
          <a:xfrm>
            <a:off x="4313990" y="2155353"/>
            <a:ext cx="0" cy="1421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0F2D072-0F00-E62A-50A8-59376670F68B}"/>
              </a:ext>
            </a:extLst>
          </p:cNvPr>
          <p:cNvCxnSpPr>
            <a:cxnSpLocks/>
          </p:cNvCxnSpPr>
          <p:nvPr/>
        </p:nvCxnSpPr>
        <p:spPr>
          <a:xfrm>
            <a:off x="4307105" y="2294983"/>
            <a:ext cx="1226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F51A1E8-1687-35C4-00C9-6D963DE93604}"/>
              </a:ext>
            </a:extLst>
          </p:cNvPr>
          <p:cNvCxnSpPr>
            <a:cxnSpLocks/>
          </p:cNvCxnSpPr>
          <p:nvPr/>
        </p:nvCxnSpPr>
        <p:spPr>
          <a:xfrm>
            <a:off x="4434840" y="2155353"/>
            <a:ext cx="1178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78E0801-FDE0-E2E2-2678-62B3B5F8BD17}"/>
              </a:ext>
            </a:extLst>
          </p:cNvPr>
          <p:cNvCxnSpPr/>
          <p:nvPr/>
        </p:nvCxnSpPr>
        <p:spPr>
          <a:xfrm>
            <a:off x="4425750" y="2149131"/>
            <a:ext cx="0" cy="1421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01F6C65-5189-414A-BEAF-5285AA086805}"/>
              </a:ext>
            </a:extLst>
          </p:cNvPr>
          <p:cNvCxnSpPr/>
          <p:nvPr/>
        </p:nvCxnSpPr>
        <p:spPr>
          <a:xfrm>
            <a:off x="4548685" y="2156899"/>
            <a:ext cx="0" cy="1421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76BEAA2-3AC6-8439-83B7-D53D205F62F7}"/>
              </a:ext>
            </a:extLst>
          </p:cNvPr>
          <p:cNvCxnSpPr>
            <a:cxnSpLocks/>
          </p:cNvCxnSpPr>
          <p:nvPr/>
        </p:nvCxnSpPr>
        <p:spPr>
          <a:xfrm>
            <a:off x="4544352" y="2227984"/>
            <a:ext cx="159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0FDDA73-4443-FE7F-2869-14527F074DE8}"/>
              </a:ext>
            </a:extLst>
          </p:cNvPr>
          <p:cNvCxnSpPr>
            <a:cxnSpLocks/>
          </p:cNvCxnSpPr>
          <p:nvPr/>
        </p:nvCxnSpPr>
        <p:spPr>
          <a:xfrm>
            <a:off x="4713135" y="1996185"/>
            <a:ext cx="3091" cy="4605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C7647F4F-BED0-097C-9430-8B6D24D4DFDC}"/>
              </a:ext>
            </a:extLst>
          </p:cNvPr>
          <p:cNvCxnSpPr>
            <a:cxnSpLocks/>
          </p:cNvCxnSpPr>
          <p:nvPr/>
        </p:nvCxnSpPr>
        <p:spPr>
          <a:xfrm flipH="1">
            <a:off x="4715491" y="1884371"/>
            <a:ext cx="124460" cy="1143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C432870-B816-D1DA-EFDC-FB9C15FB0680}"/>
              </a:ext>
            </a:extLst>
          </p:cNvPr>
          <p:cNvCxnSpPr>
            <a:cxnSpLocks/>
          </p:cNvCxnSpPr>
          <p:nvPr/>
        </p:nvCxnSpPr>
        <p:spPr>
          <a:xfrm flipH="1">
            <a:off x="4716226" y="2070100"/>
            <a:ext cx="145076" cy="164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1C9F43C-6C42-7017-58FE-656AD9CFC250}"/>
              </a:ext>
            </a:extLst>
          </p:cNvPr>
          <p:cNvCxnSpPr>
            <a:cxnSpLocks/>
          </p:cNvCxnSpPr>
          <p:nvPr/>
        </p:nvCxnSpPr>
        <p:spPr>
          <a:xfrm flipH="1">
            <a:off x="4716226" y="2299069"/>
            <a:ext cx="166821" cy="1576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5473B668-CCA7-631A-001C-E681F89D02E8}"/>
              </a:ext>
            </a:extLst>
          </p:cNvPr>
          <p:cNvGrpSpPr/>
          <p:nvPr/>
        </p:nvGrpSpPr>
        <p:grpSpPr>
          <a:xfrm>
            <a:off x="4191000" y="1432253"/>
            <a:ext cx="534881" cy="466729"/>
            <a:chOff x="4191000" y="1432253"/>
            <a:chExt cx="534881" cy="466729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001E6961-ECE9-854C-36BA-3BD78C66BE0D}"/>
                </a:ext>
              </a:extLst>
            </p:cNvPr>
            <p:cNvSpPr/>
            <p:nvPr/>
          </p:nvSpPr>
          <p:spPr>
            <a:xfrm>
              <a:off x="4247662" y="1463952"/>
              <a:ext cx="406030" cy="3516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1BA9F32-D49C-2D3D-4CAA-3A18A53A1F80}"/>
                </a:ext>
              </a:extLst>
            </p:cNvPr>
            <p:cNvSpPr txBox="1"/>
            <p:nvPr/>
          </p:nvSpPr>
          <p:spPr>
            <a:xfrm>
              <a:off x="4191000" y="1432253"/>
              <a:ext cx="3289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Bell MT" panose="02020503060305020303" pitchFamily="18" charset="0"/>
                </a:rPr>
                <a:t>F</a:t>
              </a:r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4118AEF-C456-7A59-8B70-F0937875F84E}"/>
                </a:ext>
              </a:extLst>
            </p:cNvPr>
            <p:cNvCxnSpPr/>
            <p:nvPr/>
          </p:nvCxnSpPr>
          <p:spPr>
            <a:xfrm flipV="1">
              <a:off x="4247662" y="1463952"/>
              <a:ext cx="406030" cy="3516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F378A0E-1F0D-49E1-39AD-B44ACDB696F7}"/>
                </a:ext>
              </a:extLst>
            </p:cNvPr>
            <p:cNvSpPr txBox="1"/>
            <p:nvPr/>
          </p:nvSpPr>
          <p:spPr>
            <a:xfrm>
              <a:off x="4396945" y="1560428"/>
              <a:ext cx="3289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Bell MT" panose="02020503060305020303" pitchFamily="18" charset="0"/>
                </a:rPr>
                <a:t>u</a:t>
              </a:r>
            </a:p>
          </p:txBody>
        </p:sp>
      </p:grp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8CD6258C-CEEC-3139-3360-1AB01F188AD1}"/>
              </a:ext>
            </a:extLst>
          </p:cNvPr>
          <p:cNvCxnSpPr>
            <a:cxnSpLocks/>
          </p:cNvCxnSpPr>
          <p:nvPr/>
        </p:nvCxnSpPr>
        <p:spPr>
          <a:xfrm>
            <a:off x="4450677" y="1817569"/>
            <a:ext cx="14643" cy="31603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3" name="Picture 162">
            <a:extLst>
              <a:ext uri="{FF2B5EF4-FFF2-40B4-BE49-F238E27FC236}">
                <a16:creationId xmlns:a16="http://schemas.microsoft.com/office/drawing/2014/main" id="{65CC3957-523A-653F-D992-5AB16B35A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6704" y="187498"/>
            <a:ext cx="2606560" cy="1836503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943C5301-E448-3369-513E-E2ADC284E367}"/>
              </a:ext>
            </a:extLst>
          </p:cNvPr>
          <p:cNvSpPr txBox="1"/>
          <p:nvPr/>
        </p:nvSpPr>
        <p:spPr>
          <a:xfrm rot="16200000">
            <a:off x="4836939" y="787428"/>
            <a:ext cx="129977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Maximum Force, N</a:t>
            </a:r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id="{28C919F0-9E04-AEDF-986B-E81ACD4F37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3579" y="2129083"/>
            <a:ext cx="2779588" cy="204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78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</TotalTime>
  <Words>7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Bell MT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Bolen</dc:creator>
  <cp:lastModifiedBy>Ben Bolen</cp:lastModifiedBy>
  <cp:revision>1</cp:revision>
  <dcterms:created xsi:type="dcterms:W3CDTF">2026-03-01T05:02:32Z</dcterms:created>
  <dcterms:modified xsi:type="dcterms:W3CDTF">2026-03-01T05:58:36Z</dcterms:modified>
</cp:coreProperties>
</file>