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2743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DE9"/>
    <a:srgbClr val="C82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4660"/>
  </p:normalViewPr>
  <p:slideViewPr>
    <p:cSldViewPr snapToGrid="0">
      <p:cViewPr varScale="1">
        <p:scale>
          <a:sx n="227" d="100"/>
          <a:sy n="227" d="100"/>
        </p:scale>
        <p:origin x="3162" y="180"/>
      </p:cViewPr>
      <p:guideLst>
        <p:guide orient="horz" pos="1008"/>
        <p:guide pos="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523770"/>
            <a:ext cx="2331720" cy="1114213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680951"/>
            <a:ext cx="2057400" cy="772689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3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797879"/>
            <a:ext cx="2366010" cy="1331277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2141750"/>
            <a:ext cx="2366010" cy="700087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4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851959"/>
            <a:ext cx="116586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851959"/>
            <a:ext cx="116586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2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70392"/>
            <a:ext cx="236601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784543"/>
            <a:ext cx="1160502" cy="384492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169035"/>
            <a:ext cx="1160502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784543"/>
            <a:ext cx="1166217" cy="384492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169035"/>
            <a:ext cx="116621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7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0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5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213360"/>
            <a:ext cx="884753" cy="74676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460799"/>
            <a:ext cx="1388745" cy="2274358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960120"/>
            <a:ext cx="884753" cy="1778741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6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213360"/>
            <a:ext cx="884753" cy="74676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460799"/>
            <a:ext cx="1388745" cy="2274358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960120"/>
            <a:ext cx="884753" cy="1778741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8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3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70392"/>
            <a:ext cx="591503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70392"/>
            <a:ext cx="1740218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2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70392"/>
            <a:ext cx="236601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851959"/>
            <a:ext cx="236601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966297"/>
            <a:ext cx="61722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2642D-944E-43BD-B4DE-B371A78F3B1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966297"/>
            <a:ext cx="61722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AD9CD-2022-48B1-B6DD-48EAC2C65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1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 descr="A metal pole with a black strap&#10;&#10;Description automatically generated">
            <a:extLst>
              <a:ext uri="{FF2B5EF4-FFF2-40B4-BE49-F238E27FC236}">
                <a16:creationId xmlns:a16="http://schemas.microsoft.com/office/drawing/2014/main" id="{A4784F35-5441-FB1F-EA3F-626E543D55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0103" y="634750"/>
            <a:ext cx="2846721" cy="1693418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B11DF26-234F-76F2-063B-FB5C531005F2}"/>
              </a:ext>
            </a:extLst>
          </p:cNvPr>
          <p:cNvSpPr txBox="1"/>
          <p:nvPr/>
        </p:nvSpPr>
        <p:spPr>
          <a:xfrm>
            <a:off x="283647" y="281017"/>
            <a:ext cx="475568" cy="36381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Frame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C32C4F6-6EC8-69CC-6479-F992E4222F5E}"/>
              </a:ext>
            </a:extLst>
          </p:cNvPr>
          <p:cNvSpPr txBox="1"/>
          <p:nvPr/>
        </p:nvSpPr>
        <p:spPr>
          <a:xfrm>
            <a:off x="308162" y="698376"/>
            <a:ext cx="426541" cy="363818"/>
          </a:xfrm>
          <a:prstGeom prst="rect">
            <a:avLst/>
          </a:prstGeom>
          <a:solidFill>
            <a:schemeClr val="bg1"/>
          </a:solidFill>
          <a:ln w="19050">
            <a:solidFill>
              <a:srgbClr val="C828BD"/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Cell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C32C064-0E91-F36A-C98A-F1580924323C}"/>
              </a:ext>
            </a:extLst>
          </p:cNvPr>
          <p:cNvCxnSpPr>
            <a:cxnSpLocks/>
          </p:cNvCxnSpPr>
          <p:nvPr/>
        </p:nvCxnSpPr>
        <p:spPr>
          <a:xfrm>
            <a:off x="1564902" y="1499323"/>
            <a:ext cx="145439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E8AEA75-D301-F40B-7E93-C91F5D6DC01D}"/>
              </a:ext>
            </a:extLst>
          </p:cNvPr>
          <p:cNvCxnSpPr>
            <a:cxnSpLocks/>
          </p:cNvCxnSpPr>
          <p:nvPr/>
        </p:nvCxnSpPr>
        <p:spPr>
          <a:xfrm>
            <a:off x="1564902" y="2593019"/>
            <a:ext cx="145439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3310382-156A-1C91-88D1-EEC0CD1B54DE}"/>
              </a:ext>
            </a:extLst>
          </p:cNvPr>
          <p:cNvCxnSpPr>
            <a:cxnSpLocks/>
          </p:cNvCxnSpPr>
          <p:nvPr/>
        </p:nvCxnSpPr>
        <p:spPr>
          <a:xfrm flipH="1">
            <a:off x="1643350" y="1515231"/>
            <a:ext cx="9512" cy="108039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8EACECC-14B0-512B-431B-7E84D8F43A44}"/>
              </a:ext>
            </a:extLst>
          </p:cNvPr>
          <p:cNvSpPr txBox="1"/>
          <p:nvPr/>
        </p:nvSpPr>
        <p:spPr>
          <a:xfrm>
            <a:off x="1720078" y="1805127"/>
            <a:ext cx="522279" cy="363818"/>
          </a:xfrm>
          <a:prstGeom prst="rect">
            <a:avLst/>
          </a:prstGeom>
          <a:solidFill>
            <a:schemeClr val="bg1"/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BPA Length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02AF862-DADA-9321-A5CD-F22C9443E836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759216" y="462926"/>
            <a:ext cx="242885" cy="71040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9B1B3FB-55E7-49B1-0524-A861938975DB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734703" y="880286"/>
            <a:ext cx="618051" cy="20059"/>
          </a:xfrm>
          <a:prstGeom prst="straightConnector1">
            <a:avLst/>
          </a:prstGeom>
          <a:ln w="25400">
            <a:solidFill>
              <a:srgbClr val="C828B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F32DCD8-B777-C1CD-B7E6-E35B554B6BB5}"/>
              </a:ext>
            </a:extLst>
          </p:cNvPr>
          <p:cNvSpPr txBox="1"/>
          <p:nvPr/>
        </p:nvSpPr>
        <p:spPr>
          <a:xfrm>
            <a:off x="323781" y="1185780"/>
            <a:ext cx="426541" cy="363818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caps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EE988FC-9C1D-6738-27FF-2EDA0D2700AF}"/>
              </a:ext>
            </a:extLst>
          </p:cNvPr>
          <p:cNvCxnSpPr>
            <a:cxnSpLocks/>
            <a:stCxn id="110" idx="3"/>
          </p:cNvCxnSpPr>
          <p:nvPr/>
        </p:nvCxnSpPr>
        <p:spPr>
          <a:xfrm flipV="1">
            <a:off x="750322" y="1362301"/>
            <a:ext cx="624733" cy="5389"/>
          </a:xfrm>
          <a:prstGeom prst="straightConnector1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3F6460C-9247-31A7-C2DF-BF8A2942D9D7}"/>
              </a:ext>
            </a:extLst>
          </p:cNvPr>
          <p:cNvCxnSpPr>
            <a:cxnSpLocks/>
          </p:cNvCxnSpPr>
          <p:nvPr/>
        </p:nvCxnSpPr>
        <p:spPr>
          <a:xfrm>
            <a:off x="509876" y="2659938"/>
            <a:ext cx="865178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E6C8924-09A7-566E-3D8D-86A0444B7F9A}"/>
              </a:ext>
            </a:extLst>
          </p:cNvPr>
          <p:cNvCxnSpPr>
            <a:cxnSpLocks/>
            <a:endCxn id="110" idx="2"/>
          </p:cNvCxnSpPr>
          <p:nvPr/>
        </p:nvCxnSpPr>
        <p:spPr>
          <a:xfrm flipV="1">
            <a:off x="519541" y="1549598"/>
            <a:ext cx="17511" cy="1123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88DB1F25-EBE0-F419-0D26-A17857D93438}"/>
              </a:ext>
            </a:extLst>
          </p:cNvPr>
          <p:cNvSpPr txBox="1"/>
          <p:nvPr/>
        </p:nvSpPr>
        <p:spPr>
          <a:xfrm>
            <a:off x="630959" y="1761082"/>
            <a:ext cx="550748" cy="36381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Hose clamps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BA272D2-EC81-101C-5EEA-5FC19FFD1AAC}"/>
              </a:ext>
            </a:extLst>
          </p:cNvPr>
          <p:cNvCxnSpPr>
            <a:cxnSpLocks/>
          </p:cNvCxnSpPr>
          <p:nvPr/>
        </p:nvCxnSpPr>
        <p:spPr>
          <a:xfrm flipV="1">
            <a:off x="1181706" y="1509012"/>
            <a:ext cx="248374" cy="252068"/>
          </a:xfrm>
          <a:prstGeom prst="straightConnector1">
            <a:avLst/>
          </a:prstGeom>
          <a:ln w="254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48629EE-244A-B5C9-ECBA-963600AA750D}"/>
              </a:ext>
            </a:extLst>
          </p:cNvPr>
          <p:cNvCxnSpPr>
            <a:cxnSpLocks/>
          </p:cNvCxnSpPr>
          <p:nvPr/>
        </p:nvCxnSpPr>
        <p:spPr>
          <a:xfrm>
            <a:off x="1181708" y="2131001"/>
            <a:ext cx="245370" cy="462830"/>
          </a:xfrm>
          <a:prstGeom prst="straightConnector1">
            <a:avLst/>
          </a:prstGeom>
          <a:ln w="254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C7753CD-96CC-1F16-B7BB-DCAF67FF6949}"/>
              </a:ext>
            </a:extLst>
          </p:cNvPr>
          <p:cNvSpPr txBox="1"/>
          <p:nvPr/>
        </p:nvSpPr>
        <p:spPr>
          <a:xfrm>
            <a:off x="1805633" y="784858"/>
            <a:ext cx="522279" cy="363818"/>
          </a:xfrm>
          <a:prstGeom prst="rect">
            <a:avLst/>
          </a:prstGeom>
          <a:solidFill>
            <a:schemeClr val="bg1"/>
          </a:solidFill>
          <a:ln w="19050">
            <a:solidFill>
              <a:srgbClr val="071DE9"/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supply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9C2AC52-C90A-DF68-CAD0-5EEA6B0E0F28}"/>
              </a:ext>
            </a:extLst>
          </p:cNvPr>
          <p:cNvSpPr txBox="1"/>
          <p:nvPr/>
        </p:nvSpPr>
        <p:spPr>
          <a:xfrm>
            <a:off x="308162" y="2778346"/>
            <a:ext cx="926773" cy="363818"/>
          </a:xfrm>
          <a:prstGeom prst="rect">
            <a:avLst/>
          </a:prstGeom>
          <a:solidFill>
            <a:schemeClr val="bg1"/>
          </a:solidFill>
          <a:ln w="19050">
            <a:solidFill>
              <a:srgbClr val="071DE9"/>
            </a:solidFill>
          </a:ln>
        </p:spPr>
        <p:txBody>
          <a:bodyPr wrap="square" rtlCol="0">
            <a:spAutoFit/>
          </a:bodyPr>
          <a:lstStyle/>
          <a:p>
            <a:r>
              <a:rPr lang="en-US" sz="8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to pressure sensor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2E0B13A-67FE-D4AF-1214-98615F128D20}"/>
              </a:ext>
            </a:extLst>
          </p:cNvPr>
          <p:cNvCxnSpPr>
            <a:cxnSpLocks/>
          </p:cNvCxnSpPr>
          <p:nvPr/>
        </p:nvCxnSpPr>
        <p:spPr>
          <a:xfrm flipH="1">
            <a:off x="1615732" y="1144023"/>
            <a:ext cx="189905" cy="224610"/>
          </a:xfrm>
          <a:prstGeom prst="straightConnector1">
            <a:avLst/>
          </a:prstGeom>
          <a:ln w="25400">
            <a:solidFill>
              <a:srgbClr val="071DE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4DCA113-0F92-DF10-2F2C-8DAB8095100D}"/>
              </a:ext>
            </a:extLst>
          </p:cNvPr>
          <p:cNvCxnSpPr>
            <a:cxnSpLocks/>
          </p:cNvCxnSpPr>
          <p:nvPr/>
        </p:nvCxnSpPr>
        <p:spPr>
          <a:xfrm flipV="1">
            <a:off x="1234935" y="2854776"/>
            <a:ext cx="329965" cy="122707"/>
          </a:xfrm>
          <a:prstGeom prst="straightConnector1">
            <a:avLst/>
          </a:prstGeom>
          <a:ln w="25400">
            <a:solidFill>
              <a:srgbClr val="071DE9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15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312</TotalTime>
  <Words>16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Bolen</dc:creator>
  <cp:lastModifiedBy>Ben Bolen</cp:lastModifiedBy>
  <cp:revision>8</cp:revision>
  <dcterms:created xsi:type="dcterms:W3CDTF">2022-03-21T09:53:00Z</dcterms:created>
  <dcterms:modified xsi:type="dcterms:W3CDTF">2025-12-08T20:51:29Z</dcterms:modified>
</cp:coreProperties>
</file>