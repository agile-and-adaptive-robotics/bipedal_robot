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120" d="100"/>
          <a:sy n="120" d="100"/>
        </p:scale>
        <p:origin x="-462" y="-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A990-DB1F-656D-DCE1-2D568A1B3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BE4A5-AD03-53BD-2CF3-A547F7729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70937-9937-0385-E0A8-7CC949B9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A98F-A91A-BA00-71DA-BBFDEFD1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E8E57-AAD9-0A24-BEB0-03091365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8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AFB5-7E1C-5BC4-5CCF-636F5302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9D8ED-9FFA-D9F5-A452-A65BA525F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5F2FC-2516-F274-0C40-9873793D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0B720-32E4-BC2A-A1D2-16C5B013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713BE-E86D-6418-8D3B-BE80717A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3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33BC-D54E-68CC-E779-1487B2D3E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B1D21-BEE1-8964-7B45-42BF5092C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849C-C4BB-D44A-26B1-83D8B494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DD291-9EDB-AF32-7570-C11D19CD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8BBA8-C915-FD8E-7ED0-303FE18C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9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F470-F22C-2B43-DDA3-E3EEFED6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F0FA6-632E-2FFF-1CB1-63E1590C1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9A3E4-C17C-6EFA-AE7C-2CD11F87C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EC764-3259-E3ED-0D03-58FF60B5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69CCE-E730-912A-425E-50750CEF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BC8C0-E608-4DC6-5CEB-FD55B7EA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3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91F4-7B8E-7C12-8190-6E599CCF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DB53E-8254-1401-F8D8-22793C6EC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576A7B-5E1E-374F-900B-D193F7B1B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3A058-AA44-3F87-5DC9-1EF5FAD6D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532EC-7464-F384-0851-19EF70ABD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780B3F-1A27-E207-DDF9-5FEC17EF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BD851-1F37-07A8-3F7A-69BEA987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3C931C-E550-727B-B7F4-AF442C42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6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5ABD-19FA-DF68-6A7C-4EBC1F28F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2F875-4804-3B05-FA6D-F175FC35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E9B73-3AAD-B769-1C16-A8D8B647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1BA2B-3E1A-5129-8548-C1DF05E8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1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ED4F7-A1DE-5775-46C9-47A27FD47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C811E-3DCF-E9AD-B4D8-169F65D9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867D8-77C4-7CEF-B27A-57915828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0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656E-8AA8-64B3-27B9-93CF6A56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2F67E-B2D8-4A8D-0810-BAE9372FD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677A8-4A11-43C5-2B19-2BFDF0869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E9EF5-5854-CC91-B5AB-A46AE72B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CC8A5-065D-110D-2859-07C6B207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155F-9AB0-DD5A-448B-E637FC95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9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7E7B-0156-812B-A3E4-95E0ECD0E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1C43B-30FA-1920-8C67-E474E6C56A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0DE9A-2718-3FBE-086C-74CDD00FC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71BB8-376E-0614-E311-CA06FE1C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89656-2AFC-BA7D-3980-8206D8B70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AC815-C910-9714-9881-3EB8584C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1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176C-3A62-0C42-B11B-A4DFC05E2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EC0E2-A864-E95C-EEE4-290591700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E381-2B77-93E2-CF91-D1D6E44D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89ED2-C4BA-7A7C-B664-CF3B49F37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00BE-7C04-B534-30E1-624A8995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CD615-AC2E-B31B-E7B3-786252CDF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8927B-EC9E-3F5A-92CB-81EC1F196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CA853-6630-76E5-51A7-94E02D592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E6C33-05D1-A927-2C3E-EA6F7ECD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B91F-11AE-8614-14C6-DEFBE8C7E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5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2FE585-511E-6502-A933-C53DDC20B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E6CC3-9F04-EB45-7079-D3FA01B32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B2C0-B950-E234-7FC1-2A7E86618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4AAF4-2F4B-487B-8E9F-610EE5FFB4B9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8775A-9C11-28FE-F3CD-9586A5458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70D45-AC82-334C-C01A-38DA27046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B908D-8146-49F1-A441-B4FEB4EB4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9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7721B9-B43C-49AB-4852-46C14000D536}"/>
              </a:ext>
            </a:extLst>
          </p:cNvPr>
          <p:cNvSpPr txBox="1"/>
          <p:nvPr/>
        </p:nvSpPr>
        <p:spPr>
          <a:xfrm>
            <a:off x="73152" y="155448"/>
            <a:ext cx="53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52D4A-8912-9664-D210-28566F7F3CEF}"/>
              </a:ext>
            </a:extLst>
          </p:cNvPr>
          <p:cNvSpPr txBox="1"/>
          <p:nvPr/>
        </p:nvSpPr>
        <p:spPr>
          <a:xfrm>
            <a:off x="73152" y="3599688"/>
            <a:ext cx="53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4C501-C1B8-446A-A422-0069E8252A00}"/>
              </a:ext>
            </a:extLst>
          </p:cNvPr>
          <p:cNvSpPr txBox="1"/>
          <p:nvPr/>
        </p:nvSpPr>
        <p:spPr>
          <a:xfrm>
            <a:off x="6272784" y="155448"/>
            <a:ext cx="53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57BD8-C193-35AF-E2C2-34CBE447EA5F}"/>
              </a:ext>
            </a:extLst>
          </p:cNvPr>
          <p:cNvSpPr txBox="1"/>
          <p:nvPr/>
        </p:nvSpPr>
        <p:spPr>
          <a:xfrm>
            <a:off x="6272784" y="3599688"/>
            <a:ext cx="539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6028C9-51E7-84F0-BD36-C50183E27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11" y="155448"/>
            <a:ext cx="3518982" cy="3131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AA72D-BECB-C54F-7093-C8E1C3DF0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17" y="52267"/>
            <a:ext cx="3136392" cy="32946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9C4B00-0281-6F5D-B5D0-D74A03DE9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006" y="3585751"/>
            <a:ext cx="3437955" cy="30484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16276F-C8B0-A43F-F448-BD60721549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3003"/>
          <a:stretch>
            <a:fillRect/>
          </a:stretch>
        </p:blipFill>
        <p:spPr>
          <a:xfrm>
            <a:off x="1453772" y="3599688"/>
            <a:ext cx="3282821" cy="2855976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7805AB-8713-19D5-259C-96CDE83548DE}"/>
              </a:ext>
            </a:extLst>
          </p:cNvPr>
          <p:cNvCxnSpPr>
            <a:cxnSpLocks/>
          </p:cNvCxnSpPr>
          <p:nvPr/>
        </p:nvCxnSpPr>
        <p:spPr>
          <a:xfrm flipH="1" flipV="1">
            <a:off x="2753832" y="1366284"/>
            <a:ext cx="91440" cy="770860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37FC79-09CE-DB12-E8B4-1CEDE7387876}"/>
              </a:ext>
            </a:extLst>
          </p:cNvPr>
          <p:cNvCxnSpPr>
            <a:cxnSpLocks/>
          </p:cNvCxnSpPr>
          <p:nvPr/>
        </p:nvCxnSpPr>
        <p:spPr>
          <a:xfrm flipH="1">
            <a:off x="1993605" y="2137144"/>
            <a:ext cx="851667" cy="79744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C88D003-C584-DDF1-5514-E492E4BAA319}"/>
              </a:ext>
            </a:extLst>
          </p:cNvPr>
          <p:cNvCxnSpPr>
            <a:cxnSpLocks/>
          </p:cNvCxnSpPr>
          <p:nvPr/>
        </p:nvCxnSpPr>
        <p:spPr>
          <a:xfrm flipH="1" flipV="1">
            <a:off x="2099930" y="4290237"/>
            <a:ext cx="590107" cy="276447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9D9B8A5-0786-6134-022B-F0D5B456CDF5}"/>
              </a:ext>
            </a:extLst>
          </p:cNvPr>
          <p:cNvCxnSpPr>
            <a:cxnSpLocks/>
          </p:cNvCxnSpPr>
          <p:nvPr/>
        </p:nvCxnSpPr>
        <p:spPr>
          <a:xfrm flipV="1">
            <a:off x="3381915" y="4290237"/>
            <a:ext cx="685038" cy="276447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DB1C5F-AC0E-8CCA-2608-DB8D38C6E181}"/>
              </a:ext>
            </a:extLst>
          </p:cNvPr>
          <p:cNvCxnSpPr>
            <a:cxnSpLocks/>
          </p:cNvCxnSpPr>
          <p:nvPr/>
        </p:nvCxnSpPr>
        <p:spPr>
          <a:xfrm flipH="1">
            <a:off x="2339163" y="4566684"/>
            <a:ext cx="350874" cy="637953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8FC8B6-542D-7418-25FC-6AF6BAC5C4FD}"/>
              </a:ext>
            </a:extLst>
          </p:cNvPr>
          <p:cNvCxnSpPr>
            <a:cxnSpLocks/>
          </p:cNvCxnSpPr>
          <p:nvPr/>
        </p:nvCxnSpPr>
        <p:spPr>
          <a:xfrm flipH="1" flipV="1">
            <a:off x="3168763" y="3882939"/>
            <a:ext cx="213152" cy="683745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0477B5A-AA0E-76AA-B7A3-E5838FE697DA}"/>
              </a:ext>
            </a:extLst>
          </p:cNvPr>
          <p:cNvCxnSpPr>
            <a:cxnSpLocks/>
          </p:cNvCxnSpPr>
          <p:nvPr/>
        </p:nvCxnSpPr>
        <p:spPr>
          <a:xfrm flipH="1" flipV="1">
            <a:off x="8224284" y="3969020"/>
            <a:ext cx="722613" cy="904485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56A93D0-4350-63D3-9815-2AEA1A86967F}"/>
              </a:ext>
            </a:extLst>
          </p:cNvPr>
          <p:cNvCxnSpPr>
            <a:cxnSpLocks/>
          </p:cNvCxnSpPr>
          <p:nvPr/>
        </p:nvCxnSpPr>
        <p:spPr>
          <a:xfrm flipH="1">
            <a:off x="8059479" y="4873505"/>
            <a:ext cx="887418" cy="703272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BBE6BF-562F-E43D-3716-E9843C502807}"/>
              </a:ext>
            </a:extLst>
          </p:cNvPr>
          <p:cNvCxnSpPr>
            <a:cxnSpLocks/>
          </p:cNvCxnSpPr>
          <p:nvPr/>
        </p:nvCxnSpPr>
        <p:spPr>
          <a:xfrm>
            <a:off x="9431079" y="1789797"/>
            <a:ext cx="709660" cy="387219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9B6B707-5EA0-F00C-9D7A-05E8729889FB}"/>
              </a:ext>
            </a:extLst>
          </p:cNvPr>
          <p:cNvCxnSpPr>
            <a:cxnSpLocks/>
          </p:cNvCxnSpPr>
          <p:nvPr/>
        </p:nvCxnSpPr>
        <p:spPr>
          <a:xfrm flipV="1">
            <a:off x="9431079" y="1020726"/>
            <a:ext cx="398721" cy="730988"/>
          </a:xfrm>
          <a:prstGeom prst="straightConnector1">
            <a:avLst/>
          </a:prstGeom>
          <a:ln w="25400">
            <a:solidFill>
              <a:srgbClr val="F580F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476718F-B4E3-C0C3-9130-4F5921BBD31B}"/>
              </a:ext>
            </a:extLst>
          </p:cNvPr>
          <p:cNvSpPr txBox="1"/>
          <p:nvPr/>
        </p:nvSpPr>
        <p:spPr>
          <a:xfrm>
            <a:off x="9746377" y="597253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53BFDE-795F-BE1E-3772-59F3B712A876}"/>
              </a:ext>
            </a:extLst>
          </p:cNvPr>
          <p:cNvSpPr txBox="1"/>
          <p:nvPr/>
        </p:nvSpPr>
        <p:spPr>
          <a:xfrm>
            <a:off x="10253415" y="1983406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AB029E0-19FC-0E56-A9FC-6F2229553F95}"/>
              </a:ext>
            </a:extLst>
          </p:cNvPr>
          <p:cNvSpPr txBox="1"/>
          <p:nvPr/>
        </p:nvSpPr>
        <p:spPr>
          <a:xfrm>
            <a:off x="1579324" y="2025854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171146-9C54-1990-9C4C-217C90C9FCBE}"/>
              </a:ext>
            </a:extLst>
          </p:cNvPr>
          <p:cNvSpPr txBox="1"/>
          <p:nvPr/>
        </p:nvSpPr>
        <p:spPr>
          <a:xfrm>
            <a:off x="7636244" y="5446252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AD6ACC-54BE-B3A4-87CC-65041A12654E}"/>
              </a:ext>
            </a:extLst>
          </p:cNvPr>
          <p:cNvSpPr txBox="1"/>
          <p:nvPr/>
        </p:nvSpPr>
        <p:spPr>
          <a:xfrm>
            <a:off x="3043707" y="3494624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1F8736-C428-9776-1964-D0C568F6A637}"/>
              </a:ext>
            </a:extLst>
          </p:cNvPr>
          <p:cNvSpPr txBox="1"/>
          <p:nvPr/>
        </p:nvSpPr>
        <p:spPr>
          <a:xfrm>
            <a:off x="2085644" y="5125035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E70655-6E1F-BD13-3307-E607AED7ACFF}"/>
              </a:ext>
            </a:extLst>
          </p:cNvPr>
          <p:cNvSpPr txBox="1"/>
          <p:nvPr/>
        </p:nvSpPr>
        <p:spPr>
          <a:xfrm>
            <a:off x="2500313" y="858729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3E2E9DE-38B8-6D2F-CE88-DAA80D10D286}"/>
              </a:ext>
            </a:extLst>
          </p:cNvPr>
          <p:cNvSpPr txBox="1"/>
          <p:nvPr/>
        </p:nvSpPr>
        <p:spPr>
          <a:xfrm>
            <a:off x="4274540" y="4051930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AF6890-1A5B-62DA-9AFE-FE74B7EEA542}"/>
              </a:ext>
            </a:extLst>
          </p:cNvPr>
          <p:cNvSpPr txBox="1"/>
          <p:nvPr/>
        </p:nvSpPr>
        <p:spPr>
          <a:xfrm>
            <a:off x="1510490" y="4012867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8AD03B-2CDF-2B17-0E33-1A7F330E395F}"/>
              </a:ext>
            </a:extLst>
          </p:cNvPr>
          <p:cNvSpPr txBox="1"/>
          <p:nvPr/>
        </p:nvSpPr>
        <p:spPr>
          <a:xfrm>
            <a:off x="7650301" y="3679290"/>
            <a:ext cx="50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</a:t>
            </a:r>
            <a:r>
              <a:rPr lang="en-US" baseline="-25000" dirty="0" err="1"/>
              <a:t>br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19755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Bolen</dc:creator>
  <cp:lastModifiedBy>Ben Bolen</cp:lastModifiedBy>
  <cp:revision>1</cp:revision>
  <dcterms:created xsi:type="dcterms:W3CDTF">2025-11-10T23:47:02Z</dcterms:created>
  <dcterms:modified xsi:type="dcterms:W3CDTF">2025-11-10T23:47:51Z</dcterms:modified>
</cp:coreProperties>
</file>