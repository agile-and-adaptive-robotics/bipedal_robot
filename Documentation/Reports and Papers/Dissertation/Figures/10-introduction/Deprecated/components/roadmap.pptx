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307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90500" y="152400"/>
            <a:ext cx="2667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6100" y="63500"/>
            <a:ext cx="27178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Developed or used in this dissertation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746500" y="152400"/>
            <a:ext cx="2667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02100" y="63500"/>
            <a:ext cx="1651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Future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55600" y="673100"/>
            <a:ext cx="1422400" cy="6477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500" y="745235"/>
            <a:ext cx="12446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Biomechanics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959612"/>
            <a:ext cx="12446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Human benchmark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(Ch.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0600" y="673100"/>
            <a:ext cx="1422400" cy="6477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9500" y="745235"/>
            <a:ext cx="12446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BPA force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500" y="959612"/>
            <a:ext cx="12446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Characterization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(Ch. 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5600" y="673100"/>
            <a:ext cx="1422400" cy="6477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4500" y="745235"/>
            <a:ext cx="12446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Torque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4500" y="959612"/>
            <a:ext cx="12446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Corrections, routes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(Ch. 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5600" y="1943100"/>
            <a:ext cx="1422400" cy="6477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500" y="2015236"/>
            <a:ext cx="1244600" cy="3154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Sensory Afferent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500" y="2380488"/>
            <a:ext cx="1244600" cy="1591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Pathways (Ch. 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0600" y="1943100"/>
            <a:ext cx="1422400" cy="6477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49500" y="2015236"/>
            <a:ext cx="12446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SNS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9500" y="2229612"/>
            <a:ext cx="12446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Software tools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(Ch. 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5600" y="1943100"/>
            <a:ext cx="1422400" cy="6477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4500" y="2015236"/>
            <a:ext cx="12446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BPA robot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4500" y="2229612"/>
            <a:ext cx="12446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SNS control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(future work)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78000" y="996950"/>
            <a:ext cx="4826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83000" y="996950"/>
            <a:ext cx="4826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00200" y="381000"/>
            <a:ext cx="8382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C7680"/>
                </a:solidFill>
                <a:latin typeface="Arial"/>
              </a:rPr>
              <a:t>targets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9800" y="292100"/>
            <a:ext cx="8382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C7680"/>
                </a:solidFill>
                <a:latin typeface="Arial"/>
              </a:rPr>
              <a:t>actuator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C7680"/>
                </a:solidFill>
                <a:latin typeface="Arial"/>
              </a:rPr>
              <a:t>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78000" y="2266950"/>
            <a:ext cx="4826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83000" y="2266950"/>
            <a:ext cx="4826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76800" y="1320800"/>
            <a:ext cx="0" cy="2794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971800" y="1600200"/>
            <a:ext cx="19050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71800" y="1600200"/>
            <a:ext cx="0" cy="3429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38500" y="1663700"/>
            <a:ext cx="2273300" cy="177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Routes and torque model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76800" y="2590800"/>
            <a:ext cx="0" cy="26670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52400" y="2857500"/>
            <a:ext cx="47244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52400" y="996950"/>
            <a:ext cx="0" cy="1860550"/>
          </a:xfrm>
          <a:prstGeom prst="line">
            <a:avLst/>
          </a:prstGeom>
          <a:ln w="12700">
            <a:solidFill>
              <a:srgbClr val="2433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52400" y="996950"/>
            <a:ext cx="203200" cy="0"/>
          </a:xfrm>
          <a:prstGeom prst="line">
            <a:avLst/>
          </a:prstGeom>
          <a:ln w="12700">
            <a:solidFill>
              <a:srgbClr val="24334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92300" y="2628900"/>
            <a:ext cx="215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Biological insight (future)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