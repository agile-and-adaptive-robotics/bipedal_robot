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0000" cy="248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000" y="612000"/>
            <a:ext cx="1565999" cy="558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Human biomechanics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benchmark (Ch. 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96000" y="612000"/>
            <a:ext cx="1565999" cy="558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BPA force models,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validated (Ch. 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84000" y="612000"/>
            <a:ext cx="1565999" cy="558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Torque correction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factors and routes (Ch. 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000" y="1764000"/>
            <a:ext cx="1565999" cy="558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Sensory Afferent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Database (Ch. 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6000" y="1764000"/>
            <a:ext cx="1565999" cy="558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Neuromechanical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simulation tools (Ch. 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4000" y="1764000"/>
            <a:ext cx="1565999" cy="558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Physical BPA robot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with SNS control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73999" y="891000"/>
            <a:ext cx="504001" cy="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673999" y="377999"/>
            <a:ext cx="522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targets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61999" y="891000"/>
            <a:ext cx="504001" cy="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61999" y="377999"/>
            <a:ext cx="522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actuator model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73999" y="2043000"/>
            <a:ext cx="504001" cy="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73999" y="1530000"/>
            <a:ext cx="522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sensory channels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61999" y="2043000"/>
            <a:ext cx="504001" cy="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61999" y="1530000"/>
            <a:ext cx="522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controller and</a:t>
            </a:r>
          </a:p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body model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67000" y="1170000"/>
            <a:ext cx="0" cy="1980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978999" y="1368000"/>
            <a:ext cx="2088001" cy="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978999" y="1368000"/>
            <a:ext cx="0" cy="3780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21000" y="1206000"/>
            <a:ext cx="1224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routes and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torque model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67000" y="2322000"/>
            <a:ext cx="0" cy="2700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-306000" y="2592000"/>
            <a:ext cx="5373000" cy="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-306000" y="2592000"/>
            <a:ext cx="108000" cy="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-198000" y="891000"/>
            <a:ext cx="0" cy="17010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-198000" y="891000"/>
            <a:ext cx="288000" cy="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620000" y="2368800"/>
            <a:ext cx="2160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biological insight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000" y="306000"/>
            <a:ext cx="216000" cy="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0000" y="198000"/>
            <a:ext cx="1944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validated in this dissertation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76000" y="306000"/>
            <a:ext cx="216000" cy="0"/>
          </a:xfrm>
          <a:prstGeom prst="line">
            <a:avLst/>
          </a:prstGeom>
          <a:ln w="12700">
            <a:solidFill>
              <a:srgbClr val="1F1F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628000" y="198000"/>
            <a:ext cx="936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future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