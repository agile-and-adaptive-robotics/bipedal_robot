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38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" y="54000"/>
            <a:ext cx="36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(A) Longitudinal section with loads and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22000" y="867239"/>
            <a:ext cx="2771999" cy="245520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 w="952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14000" y="648000"/>
            <a:ext cx="2987999" cy="68400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422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422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9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659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96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96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33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33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0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370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07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07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44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844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81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081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18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18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55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55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92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92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029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29000" y="699300"/>
            <a:ext cx="237000" cy="581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72000" y="576000"/>
            <a:ext cx="360000" cy="827999"/>
          </a:xfrm>
          <a:prstGeom prst="rect">
            <a:avLst/>
          </a:prstGeom>
          <a:solidFill>
            <a:srgbClr val="C9C9C9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46000" y="503999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6000" y="648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6000" y="792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6000" y="936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6000" y="1080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6000" y="1224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6000" y="1368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84000" y="576000"/>
            <a:ext cx="360000" cy="827999"/>
          </a:xfrm>
          <a:prstGeom prst="rect">
            <a:avLst/>
          </a:prstGeom>
          <a:solidFill>
            <a:srgbClr val="C9C9C9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58000" y="503999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58000" y="648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58000" y="792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58000" y="936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8000" y="1080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58000" y="1224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8000" y="1368000"/>
            <a:ext cx="126000" cy="10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55999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55999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039999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039999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423999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23999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808000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08000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192000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192000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576000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76000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960000" y="766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960000" y="1018800"/>
            <a:ext cx="0" cy="1944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90000" y="990000"/>
            <a:ext cx="540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662000" y="730800"/>
            <a:ext cx="93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axial force F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(ends fixed)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86000" y="990000"/>
            <a:ext cx="540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16000" y="730800"/>
            <a:ext cx="75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reaction R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592000" y="741239"/>
            <a:ext cx="0" cy="144000"/>
          </a:xfrm>
          <a:prstGeom prst="line">
            <a:avLst/>
          </a:prstGeom>
          <a:ln w="12700">
            <a:solidFill>
              <a:srgbClr val="1F1F1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204000" y="1094760"/>
            <a:ext cx="0" cy="144000"/>
          </a:xfrm>
          <a:prstGeom prst="line">
            <a:avLst/>
          </a:prstGeom>
          <a:ln w="12700">
            <a:solidFill>
              <a:srgbClr val="1F1F1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8000" y="990000"/>
            <a:ext cx="4896000" cy="0"/>
          </a:xfrm>
          <a:prstGeom prst="line">
            <a:avLst/>
          </a:prstGeom>
          <a:ln w="12700">
            <a:solidFill>
              <a:srgbClr val="1F1F1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536000" y="1033200"/>
            <a:ext cx="86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symmetry axis</a:t>
            </a:r>
          </a:p>
        </p:txBody>
      </p:sp>
      <p:cxnSp>
        <p:nvCxnSpPr>
          <p:cNvPr id="67" name="Connector 66"/>
          <p:cNvCxnSpPr/>
          <p:nvPr/>
        </p:nvCxnSpPr>
        <p:spPr>
          <a:xfrm flipH="1" flipV="1">
            <a:off x="1296000" y="270000"/>
            <a:ext cx="648000" cy="378000"/>
          </a:xfrm>
          <a:prstGeom prst="line">
            <a:avLst/>
          </a:prstGeom>
          <a:ln w="952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296000" y="133200"/>
            <a:ext cx="144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braided aramid sleeve</a:t>
            </a:r>
          </a:p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(two handed weaves)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3816000" y="270000"/>
            <a:ext cx="288000" cy="819000"/>
          </a:xfrm>
          <a:prstGeom prst="line">
            <a:avLst/>
          </a:prstGeom>
          <a:ln w="952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664000" y="133200"/>
            <a:ext cx="144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elastomer bladder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432000" y="1404000"/>
            <a:ext cx="648000" cy="54000"/>
          </a:xfrm>
          <a:prstGeom prst="line">
            <a:avLst/>
          </a:prstGeom>
          <a:ln w="952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32000" y="1321200"/>
            <a:ext cx="144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end cap, clamped</a:t>
            </a:r>
          </a:p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(Onyx or aluminum)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764000" y="723240"/>
            <a:ext cx="828000" cy="734760"/>
          </a:xfrm>
          <a:prstGeom prst="line">
            <a:avLst/>
          </a:prstGeom>
          <a:ln w="952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64000" y="1321200"/>
            <a:ext cx="144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layer contact pairs</a:t>
            </a:r>
          </a:p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(braid--bladder, braid--cap)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00" y="1800000"/>
            <a:ext cx="54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Pressure acts inside-out on the bladder; the braided sleeve carries the tension and converts radial expansion to axial contraction.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000" y="2070000"/>
            <a:ext cx="360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(B) Exploded view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32000" y="2466000"/>
            <a:ext cx="5076000" cy="0"/>
          </a:xfrm>
          <a:prstGeom prst="line">
            <a:avLst/>
          </a:prstGeom>
          <a:ln w="12700">
            <a:solidFill>
              <a:srgbClr val="1F1F1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92000" y="2088000"/>
            <a:ext cx="360000" cy="756000"/>
          </a:xfrm>
          <a:prstGeom prst="rect">
            <a:avLst/>
          </a:prstGeom>
          <a:solidFill>
            <a:srgbClr val="C9C9C9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404000" y="2033999"/>
            <a:ext cx="1655999" cy="86400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4940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940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6812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6812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8684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8684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556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0556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2428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428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4300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4300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6172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6172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8044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804400" y="2070000"/>
            <a:ext cx="93600" cy="7919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2988000" y="2142000"/>
            <a:ext cx="1224000" cy="612000"/>
          </a:xfrm>
          <a:prstGeom prst="roundRect">
            <a:avLst>
              <a:gd name="adj" fmla="val 50000"/>
            </a:avLst>
          </a:prstGeom>
          <a:solidFill>
            <a:srgbClr val="E3E3E3"/>
          </a:solidFill>
          <a:ln w="9525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36000" y="2088000"/>
            <a:ext cx="360000" cy="756000"/>
          </a:xfrm>
          <a:prstGeom prst="rect">
            <a:avLst/>
          </a:prstGeom>
          <a:solidFill>
            <a:srgbClr val="C9C9C9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2000" y="2934000"/>
            <a:ext cx="79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end cap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5999" y="1782000"/>
            <a:ext cx="115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braided sleeve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96000" y="1782000"/>
            <a:ext cx="108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elastomer bladder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64000" y="2934000"/>
            <a:ext cx="72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end cap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000" y="3618000"/>
            <a:ext cx="558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Assembly axis shown as the dash-dot centerline; components separate along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