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0000" cy="26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2000" y="216000"/>
            <a:ext cx="1188000" cy="52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Human torque and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range-of-motion targets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(OpenSim benchmark)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0" y="216000"/>
            <a:ext cx="1188000" cy="52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Select actuator set,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diameter, and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resting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" y="1440000"/>
            <a:ext cx="1188000" cy="43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BPA force model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(Ch. 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0" y="1440000"/>
            <a:ext cx="1188000" cy="52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Design routes under the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corrected torque model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(Ch. 4)</a:t>
            </a:r>
          </a:p>
        </p:txBody>
      </p:sp>
      <p:sp>
        <p:nvSpPr>
          <p:cNvPr id="6" name="Diamond 5"/>
          <p:cNvSpPr/>
          <p:nvPr/>
        </p:nvSpPr>
        <p:spPr>
          <a:xfrm>
            <a:off x="3384000" y="1386000"/>
            <a:ext cx="1116000" cy="630000"/>
          </a:xfrm>
          <a:prstGeom prst="diamond">
            <a:avLst/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Meets
targets?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2000" y="1440000"/>
            <a:ext cx="1080000" cy="43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Commit to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hardware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31999" y="2160000"/>
            <a:ext cx="1655999" cy="396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Verify in closed-loop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simulation (Ch. 6)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78000" y="475200"/>
            <a:ext cx="504000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78000" y="251999"/>
            <a:ext cx="503999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targets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78000" y="1655999"/>
            <a:ext cx="504000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78000" y="1782000"/>
            <a:ext cx="503999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force surface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94000" y="756000"/>
            <a:ext cx="0" cy="666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66000" y="972000"/>
            <a:ext cx="864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actuator set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6000" y="1699200"/>
            <a:ext cx="360000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28000" y="1188000"/>
            <a:ext cx="1584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predicted torque and</a:t>
            </a:r>
          </a:p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range of motion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18000" y="1699200"/>
            <a:ext cx="216000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46000" y="1494000"/>
            <a:ext cx="324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41999" y="2023200"/>
            <a:ext cx="0" cy="2628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41999" y="2286000"/>
            <a:ext cx="72001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394000" y="2023200"/>
            <a:ext cx="1547999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394000" y="1980000"/>
            <a:ext cx="0" cy="432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94000" y="1980000"/>
            <a:ext cx="0" cy="306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84000" y="2070000"/>
            <a:ext cx="2736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no: redesign routes or reselect actuators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92000" y="1872000"/>
            <a:ext cx="0" cy="234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094000" y="2106000"/>
            <a:ext cx="198000" cy="108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