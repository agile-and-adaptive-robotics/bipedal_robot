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16000" cy="30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" y="90000"/>
            <a:ext cx="288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Supraspinal additions (future 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" y="1134000"/>
            <a:ext cx="288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Spinal network (implemented, Ch.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" y="2178000"/>
            <a:ext cx="288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Body (demonstrated in hardware)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" y="306000"/>
            <a:ext cx="1565999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Basal ganglia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action and mode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5999" y="306000"/>
            <a:ext cx="1565999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Cerebellar adaptive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gateway: gait gating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and phase 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0000" y="306000"/>
            <a:ext cx="1584000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Vestibular and ocular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sensing: IMU orientation,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visual drift correction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" y="1350000"/>
            <a:ext cx="1565999" cy="52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Two-level CPG: rhythm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generator and pattern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5999" y="1350000"/>
            <a:ext cx="1710000" cy="52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Motor-neuron pools;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Ia, Ib, and II afferents;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heel and toe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" y="2394000"/>
            <a:ext cx="4680000" cy="43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BPA actuators and robot body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38000" y="882000"/>
            <a:ext cx="0" cy="450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10000" y="990000"/>
            <a:ext cx="122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descending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commands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32000" y="1890000"/>
            <a:ext cx="0" cy="486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96000" y="1998000"/>
            <a:ext cx="88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activation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078000" y="1900800"/>
            <a:ext cx="0" cy="4752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50000" y="1998000"/>
            <a:ext cx="136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proprioceptive and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contact feedback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752000" y="882000"/>
            <a:ext cx="0" cy="1494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24000" y="1565999"/>
            <a:ext cx="79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body orientation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and vision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(future)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