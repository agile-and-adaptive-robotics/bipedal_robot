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616000" cy="309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" y="90000"/>
            <a:ext cx="288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Supraspinal additions (future work)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" y="1134000"/>
            <a:ext cx="288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Spinal network (implemented, Ch.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" y="2178000"/>
            <a:ext cx="288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Body (demonstrated in hardware)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" y="306000"/>
            <a:ext cx="1565999" cy="558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Basal ganglia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action and mode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5999" y="306000"/>
            <a:ext cx="1565999" cy="558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Cerebellar adaptive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gateway: gait gating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and phase tuning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0000" y="306000"/>
            <a:ext cx="1584000" cy="558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Vestibular and ocular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sensing: IMU orientation,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visual drift correction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" y="1350000"/>
            <a:ext cx="1565999" cy="52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Two-level CPG: rhythm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generator and pattern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formation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5999" y="1350000"/>
            <a:ext cx="1710000" cy="52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Motor-neuron pools;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Ia, Ib, and II afferents;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heel and toe contact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" y="2394000"/>
            <a:ext cx="4680000" cy="43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BPA actuators and robot body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000" y="882000"/>
            <a:ext cx="0" cy="4500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10000" y="990000"/>
            <a:ext cx="122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descending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commands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32000" y="1890000"/>
            <a:ext cx="0" cy="4860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96000" y="1998000"/>
            <a:ext cx="88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r"/>
            <a:r>
              <a:rPr sz="1000" b="0">
                <a:solidFill>
                  <a:srgbClr val="1F1F1F"/>
                </a:solidFill>
                <a:latin typeface="Arial"/>
              </a:rPr>
              <a:t>activation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078000" y="1900800"/>
            <a:ext cx="0" cy="4752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50000" y="1998000"/>
            <a:ext cx="1368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proprioceptive and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contact feedback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752000" y="882000"/>
            <a:ext cx="0" cy="14940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824000" y="1565999"/>
            <a:ext cx="79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body orientation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and vision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(future)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