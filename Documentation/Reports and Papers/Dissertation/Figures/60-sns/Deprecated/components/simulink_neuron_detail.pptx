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400" y="127000"/>
            <a:ext cx="13970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1300" y="224535"/>
            <a:ext cx="12192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Synaptic sums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1300" y="438912"/>
            <a:ext cx="12192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sumG = Σ gi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sumE = Σ gi Ei</a:t>
            </a:r>
          </a:p>
        </p:txBody>
      </p:sp>
      <p:sp>
        <p:nvSpPr>
          <p:cNvPr id="5" name="Rectangle 4"/>
          <p:cNvSpPr/>
          <p:nvPr/>
        </p:nvSpPr>
        <p:spPr>
          <a:xfrm>
            <a:off x="2159000" y="127000"/>
            <a:ext cx="18161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7900" y="224535"/>
            <a:ext cx="16383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Synaptic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7900" y="438912"/>
            <a:ext cx="16383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Isyn = sumE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− V · sumG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5000" y="127000"/>
            <a:ext cx="13462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900" y="224535"/>
            <a:ext cx="11684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Leak 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900" y="438912"/>
            <a:ext cx="11684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Ileak = Gm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· (Vrest − V)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49400" y="469900"/>
            <a:ext cx="609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60700" y="825500"/>
            <a:ext cx="0" cy="2032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35000" y="1028700"/>
            <a:ext cx="24257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5000" y="1028700"/>
            <a:ext cx="0" cy="3429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18100" y="825500"/>
            <a:ext cx="0" cy="3683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87500" y="1193800"/>
            <a:ext cx="35306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87500" y="1193800"/>
            <a:ext cx="0" cy="1778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52400" y="1371600"/>
            <a:ext cx="18415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300" y="1469136"/>
            <a:ext cx="16637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Current 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300" y="1683512"/>
            <a:ext cx="16637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Σ Iapp + Isyn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+ Ileak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3000" y="1371600"/>
            <a:ext cx="13335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01900" y="1544574"/>
            <a:ext cx="11557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Membrane 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1900" y="1758950"/>
            <a:ext cx="1155700" cy="1591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1000 / 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2600" y="1371600"/>
            <a:ext cx="14986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1500" y="1469136"/>
            <a:ext cx="13208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Integrator 1/s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1500" y="1683512"/>
            <a:ext cx="1320800" cy="3182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V_mV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V(0) = Vrest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93900" y="1720850"/>
            <a:ext cx="4191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46500" y="1720850"/>
            <a:ext cx="5461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41900" y="2070100"/>
            <a:ext cx="0" cy="2286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320800" y="2298700"/>
            <a:ext cx="37211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20800" y="2298700"/>
            <a:ext cx="0" cy="3048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52400" y="2603500"/>
            <a:ext cx="2349500" cy="5461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1300" y="2700274"/>
            <a:ext cx="21717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Threshold and 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300" y="2914650"/>
            <a:ext cx="2171700" cy="1591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(V − Thr) / Slope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5000" y="2603500"/>
            <a:ext cx="1422400" cy="5461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3900" y="2700274"/>
            <a:ext cx="12446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Saturation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3900" y="2914650"/>
            <a:ext cx="1244600" cy="1591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Range: 0 to 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01900" y="2876550"/>
            <a:ext cx="6731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97400" y="2876550"/>
            <a:ext cx="3302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0" y="2794000"/>
            <a:ext cx="863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S_drive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" y="3225800"/>
            <a:ext cx="56388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V is the membrane voltage fed back to both current calculations.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