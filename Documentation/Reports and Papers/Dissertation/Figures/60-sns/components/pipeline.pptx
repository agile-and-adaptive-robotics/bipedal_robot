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92000" cy="273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" y="486000"/>
            <a:ext cx="1458000" cy="2106000"/>
          </a:xfrm>
          <a:prstGeom prst="round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" y="198000"/>
            <a:ext cx="1458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Model conversion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10000" y="486000"/>
            <a:ext cx="2178000" cy="2106000"/>
          </a:xfrm>
          <a:prstGeom prst="round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10000" y="198000"/>
            <a:ext cx="2178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Closed-loop simulation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86000" y="486000"/>
            <a:ext cx="2052000" cy="2106000"/>
          </a:xfrm>
          <a:prstGeom prst="round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86000" y="198000"/>
            <a:ext cx="205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Hardware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2000" y="594000"/>
            <a:ext cx="1242000" cy="413999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OpenSim robot-body model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(.osim, Gait2392 routing)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000" y="1170000"/>
            <a:ext cx="1242000" cy="306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MyoConverter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000" y="1782000"/>
            <a:ext cx="1242000" cy="413999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MuJoCo MJCF model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(activation-state actuators)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200" y="1007999"/>
            <a:ext cx="0" cy="144001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1200" y="1475999"/>
            <a:ext cx="0" cy="288001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18000" y="648000"/>
            <a:ext cx="917999" cy="486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MuJoCo physics with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BPA force model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(Ch. 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18000" y="1818000"/>
            <a:ext cx="917999" cy="413999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SNS-Toolbox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network (Python)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98000" y="1152000"/>
            <a:ext cx="0" cy="6480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78000" y="1339200"/>
            <a:ext cx="70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r"/>
            <a:r>
              <a:rPr sz="1000" b="0">
                <a:solidFill>
                  <a:srgbClr val="1F1F1F"/>
                </a:solidFill>
                <a:latin typeface="Arial"/>
              </a:rPr>
              <a:t>per-muscle</a:t>
            </a:r>
          </a:p>
          <a:p>
            <a:pPr algn="r"/>
            <a:r>
              <a:rPr sz="1000" b="0">
                <a:solidFill>
                  <a:srgbClr val="1F1F1F"/>
                </a:solidFill>
                <a:latin typeface="Arial"/>
              </a:rPr>
              <a:t>activation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28000" y="1152000"/>
            <a:ext cx="0" cy="6480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64000" y="1339200"/>
            <a:ext cx="1188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Ia, Ib, and II afferents;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heel and toe contact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94000" y="594000"/>
            <a:ext cx="1494000" cy="378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Jetson Orin: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SNS network 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4000" y="1278000"/>
            <a:ext cx="1494000" cy="522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Teensy-class MCUs: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per-joint valve, pressure,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and contact loops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94000" y="2106000"/>
            <a:ext cx="1494000" cy="3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Treadmill biped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32000" y="972000"/>
            <a:ext cx="0" cy="2880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986000" y="1026000"/>
            <a:ext cx="1188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commands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32000" y="1800000"/>
            <a:ext cx="0" cy="2880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86000" y="1854000"/>
            <a:ext cx="1188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valve drive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4374000" y="1807199"/>
            <a:ext cx="0" cy="280801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48000" y="1854000"/>
            <a:ext cx="99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r"/>
            <a:r>
              <a:rPr sz="1000" b="0">
                <a:solidFill>
                  <a:srgbClr val="1F1F1F"/>
                </a:solidFill>
                <a:latin typeface="Arial"/>
              </a:rPr>
              <a:t>sensors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04000" y="1987199"/>
            <a:ext cx="198000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602000" y="892800"/>
            <a:ext cx="0" cy="10943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602000" y="892800"/>
            <a:ext cx="198000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36000" y="2023200"/>
            <a:ext cx="1205999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941999" y="784800"/>
            <a:ext cx="0" cy="1238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941999" y="784800"/>
            <a:ext cx="234001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2000" y="2628000"/>
            <a:ext cx="450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Computer-in-the-loop: the embedded stack first executes against the simulated body, then against the physical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