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832000" cy="23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000" y="468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Graded neuron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membrane voltage is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the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6000" y="468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Graded synapse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sign from the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04000" y="468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Spiking neuron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leaky integrate-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and-fire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" y="1404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Ia encoder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length and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6000" y="1404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Ib encoder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muscle force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04000" y="1404000"/>
            <a:ext cx="1620000" cy="63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Activation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dynamics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muscle activation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" y="1998000"/>
            <a:ext cx="5616000" cy="34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plus the synapse-sum junction, three diameter-specific BPA force blocks, and the biological muscle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