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4d84e5073840b3" /><Relationship Type="http://schemas.openxmlformats.org/officeDocument/2006/relationships/extended-properties" Target="/docProps/app.xml" Id="R62c3e170a36349ca" /><Relationship Type="http://schemas.openxmlformats.org/officeDocument/2006/relationships/officeDocument" Target="/ppt/presentation.xml" Id="R34136297de5e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a54078cfac49a4"/>
  </p:sldMasterIdLst>
  <p:notesMasterIdLst>
    <p:notesMasterId xmlns:r="http://schemas.openxmlformats.org/officeDocument/2006/relationships" r:id="Ra8fd4e9f73a74299"/>
  </p:notesMasterIdLst>
  <p:sldIdLst>
    <p:sldId xmlns:r="http://schemas.openxmlformats.org/officeDocument/2006/relationships" id="256" r:id="R675730b75ac94261"/>
  </p:sldIdLst>
  <p:sldSz cx="5524500" cy="666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9607c01f344100" /><Relationship Type="http://schemas.openxmlformats.org/officeDocument/2006/relationships/slideMaster" Target="/ppt/slideMasters/slideMaster1.xml" Id="Re4a54078cfac49a4" /><Relationship Type="http://schemas.openxmlformats.org/officeDocument/2006/relationships/notesMaster" Target="/ppt/notesMasters/notesMaster1.xml" Id="Ra8fd4e9f73a74299" /><Relationship Type="http://schemas.openxmlformats.org/officeDocument/2006/relationships/presProps" Target="/ppt/presProps.xml" Id="Rab98d3d286134b1f" /><Relationship Type="http://schemas.openxmlformats.org/officeDocument/2006/relationships/tableStyles" Target="/ppt/tableStyles.xml" Id="R8de7a14559a54c29" /><Relationship Type="http://schemas.openxmlformats.org/officeDocument/2006/relationships/slide" Target="/ppt/slides/slide1.xml" Id="R675730b75ac942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05652ce71f41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e57f4bb944eef" /><Relationship Type="http://schemas.openxmlformats.org/officeDocument/2006/relationships/notesMaster" Target="/ppt/notesMasters/notesMaster1.xml" Id="Rd83cb51d465f4c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native-shape reconstruction of xiProjection. The companion SVG in Figures/Aim2 is the fidelity master. Alt text: Two separated bracket frames, br,1 and br,2, carry opposing series-force vectors. Each bracket displacement is projected along the force path, and tendon displacement lies collinearly between the bracket contributions.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35fbbd90e42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6ed3f031e44cd8" /><Relationship Type="http://schemas.openxmlformats.org/officeDocument/2006/relationships/slideLayout" Target="/ppt/slideLayouts/slideLayout1.xml" Id="Ra7e513ffef2743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e513ffef2743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6e8e08d6843d7" /><Relationship Type="http://schemas.openxmlformats.org/officeDocument/2006/relationships/notesSlide" Target="/ppt/notesSlides/notesSlide1.xml" Id="R04d0a598d8b94b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force-br2">
            <a:extLst xmlns:a="http://schemas.openxmlformats.org/drawingml/2006/main">
              <a:ext uri="{FF2B5EF4-FFF2-40B4-BE49-F238E27FC236}">
                <a16:creationId xmlns:a16="http://schemas.microsoft.com/office/drawing/2014/main" id="{357CC968-95B6-462C-A414-0F3C5E04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731" y="1485516"/>
            <a:ext cx="830371" cy="1562484"/>
          </a:xfrm>
          <a:custGeom xmlns:a="http://schemas.openxmlformats.org/drawingml/2006/main">
            <a:pathLst>
              <a:path w="830371" h="1562484">
                <a:moveTo>
                  <a:pt x="792366" y="0"/>
                </a:moveTo>
                <a:lnTo>
                  <a:pt x="53208" y="1417445"/>
                </a:lnTo>
                <a:lnTo>
                  <a:pt x="0" y="1389698"/>
                </a:lnTo>
                <a:lnTo>
                  <a:pt x="1744" y="1562484"/>
                </a:lnTo>
                <a:lnTo>
                  <a:pt x="144421" y="1465010"/>
                </a:lnTo>
                <a:lnTo>
                  <a:pt x="91213" y="1437263"/>
                </a:lnTo>
                <a:lnTo>
                  <a:pt x="830371" y="198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" name="series-path-0">
            <a:extLst xmlns:a="http://schemas.openxmlformats.org/drawingml/2006/main">
              <a:ext uri="{FF2B5EF4-FFF2-40B4-BE49-F238E27FC236}">
                <a16:creationId xmlns:a16="http://schemas.microsoft.com/office/drawing/2014/main" id="{6ED87EAF-0E82-44E2-B373-B8272934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851" y="3043678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3" name="series-path-1">
            <a:extLst xmlns:a="http://schemas.openxmlformats.org/drawingml/2006/main">
              <a:ext uri="{FF2B5EF4-FFF2-40B4-BE49-F238E27FC236}">
                <a16:creationId xmlns:a16="http://schemas.microsoft.com/office/drawing/2014/main" id="{80EBC9A7-25D6-45EC-9043-F21AD156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014" y="3175290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4" name="series-path-2">
            <a:extLst xmlns:a="http://schemas.openxmlformats.org/drawingml/2006/main">
              <a:ext uri="{FF2B5EF4-FFF2-40B4-BE49-F238E27FC236}">
                <a16:creationId xmlns:a16="http://schemas.microsoft.com/office/drawing/2014/main" id="{8B8AC0C0-163A-40CC-A249-45ED29AB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176" y="3306903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5" name="series-path-3">
            <a:extLst xmlns:a="http://schemas.openxmlformats.org/drawingml/2006/main">
              <a:ext uri="{FF2B5EF4-FFF2-40B4-BE49-F238E27FC236}">
                <a16:creationId xmlns:a16="http://schemas.microsoft.com/office/drawing/2014/main" id="{49E856DF-2C97-4BB2-B0E0-DD2FF779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339" y="3438515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6" name="series-path-4">
            <a:extLst xmlns:a="http://schemas.openxmlformats.org/drawingml/2006/main">
              <a:ext uri="{FF2B5EF4-FFF2-40B4-BE49-F238E27FC236}">
                <a16:creationId xmlns:a16="http://schemas.microsoft.com/office/drawing/2014/main" id="{4B48CAFE-D980-4E5E-891C-312CCAE8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502" y="3570127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7" name="series-path-5">
            <a:extLst xmlns:a="http://schemas.openxmlformats.org/drawingml/2006/main">
              <a:ext uri="{FF2B5EF4-FFF2-40B4-BE49-F238E27FC236}">
                <a16:creationId xmlns:a16="http://schemas.microsoft.com/office/drawing/2014/main" id="{7012F7C2-E11B-45C2-9DBE-EF271A2C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65" y="3701739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8" name="series-path-6">
            <a:extLst xmlns:a="http://schemas.openxmlformats.org/drawingml/2006/main">
              <a:ext uri="{FF2B5EF4-FFF2-40B4-BE49-F238E27FC236}">
                <a16:creationId xmlns:a16="http://schemas.microsoft.com/office/drawing/2014/main" id="{72CD5D4B-953A-4469-A579-93B91771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827" y="3833352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9" name="series-path-7">
            <a:extLst xmlns:a="http://schemas.openxmlformats.org/drawingml/2006/main">
              <a:ext uri="{FF2B5EF4-FFF2-40B4-BE49-F238E27FC236}">
                <a16:creationId xmlns:a16="http://schemas.microsoft.com/office/drawing/2014/main" id="{137A918C-E6E1-4960-B6D9-AD7421F8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990" y="3964964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0" name="series-path-8">
            <a:extLst xmlns:a="http://schemas.openxmlformats.org/drawingml/2006/main">
              <a:ext uri="{FF2B5EF4-FFF2-40B4-BE49-F238E27FC236}">
                <a16:creationId xmlns:a16="http://schemas.microsoft.com/office/drawing/2014/main" id="{4DE5676B-79C6-462F-ACCC-E7D7D03B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153" y="4096576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1" name="series-path-9">
            <a:extLst xmlns:a="http://schemas.openxmlformats.org/drawingml/2006/main">
              <a:ext uri="{FF2B5EF4-FFF2-40B4-BE49-F238E27FC236}">
                <a16:creationId xmlns:a16="http://schemas.microsoft.com/office/drawing/2014/main" id="{435FB93F-EA4E-442D-B8C3-33047D31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316" y="4228189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2" name="series-path-10">
            <a:extLst xmlns:a="http://schemas.openxmlformats.org/drawingml/2006/main">
              <a:ext uri="{FF2B5EF4-FFF2-40B4-BE49-F238E27FC236}">
                <a16:creationId xmlns:a16="http://schemas.microsoft.com/office/drawing/2014/main" id="{8C57592D-8088-42B3-9364-0A7C2B26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8" y="4359801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3" name="series-path-11">
            <a:extLst xmlns:a="http://schemas.openxmlformats.org/drawingml/2006/main">
              <a:ext uri="{FF2B5EF4-FFF2-40B4-BE49-F238E27FC236}">
                <a16:creationId xmlns:a16="http://schemas.microsoft.com/office/drawing/2014/main" id="{F5A181B4-A808-45D5-82BE-54FB4F67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641" y="4491413"/>
            <a:ext cx="58027" cy="82676"/>
          </a:xfrm>
          <a:custGeom xmlns:a="http://schemas.openxmlformats.org/drawingml/2006/main">
            <a:pathLst>
              <a:path w="58027" h="82676">
                <a:moveTo>
                  <a:pt x="43221" y="0"/>
                </a:moveTo>
                <a:lnTo>
                  <a:pt x="0" y="74032"/>
                </a:lnTo>
                <a:lnTo>
                  <a:pt x="14806" y="82676"/>
                </a:lnTo>
                <a:lnTo>
                  <a:pt x="58027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4" name="series-path-12">
            <a:extLst xmlns:a="http://schemas.openxmlformats.org/drawingml/2006/main">
              <a:ext uri="{FF2B5EF4-FFF2-40B4-BE49-F238E27FC236}">
                <a16:creationId xmlns:a16="http://schemas.microsoft.com/office/drawing/2014/main" id="{18C61991-846E-4C7C-90CC-E949B78C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047" y="4623026"/>
            <a:ext cx="54784" cy="77122"/>
          </a:xfrm>
          <a:custGeom xmlns:a="http://schemas.openxmlformats.org/drawingml/2006/main">
            <a:pathLst>
              <a:path w="54784" h="77122">
                <a:moveTo>
                  <a:pt x="39978" y="0"/>
                </a:moveTo>
                <a:lnTo>
                  <a:pt x="0" y="68477"/>
                </a:lnTo>
                <a:lnTo>
                  <a:pt x="14806" y="77122"/>
                </a:lnTo>
                <a:lnTo>
                  <a:pt x="54784" y="8644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15" name="force-br1">
            <a:extLst xmlns:a="http://schemas.openxmlformats.org/drawingml/2006/main">
              <a:ext uri="{FF2B5EF4-FFF2-40B4-BE49-F238E27FC236}">
                <a16:creationId xmlns:a16="http://schemas.microsoft.com/office/drawing/2014/main" id="{F8F5416C-EA85-4902-A86B-2EFA3E5F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761" y="4695825"/>
            <a:ext cx="654689" cy="785185"/>
          </a:xfrm>
          <a:custGeom xmlns:a="http://schemas.openxmlformats.org/drawingml/2006/main">
            <a:pathLst>
              <a:path w="654689" h="785185">
                <a:moveTo>
                  <a:pt x="33028" y="785185"/>
                </a:moveTo>
                <a:lnTo>
                  <a:pt x="574067" y="131092"/>
                </a:lnTo>
                <a:lnTo>
                  <a:pt x="620306" y="169340"/>
                </a:lnTo>
                <a:lnTo>
                  <a:pt x="654689" y="0"/>
                </a:lnTo>
                <a:lnTo>
                  <a:pt x="494800" y="65526"/>
                </a:lnTo>
                <a:lnTo>
                  <a:pt x="541039" y="103773"/>
                </a:lnTo>
                <a:lnTo>
                  <a:pt x="0" y="7578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" name="e1-br2">
            <a:extLst xmlns:a="http://schemas.openxmlformats.org/drawingml/2006/main">
              <a:ext uri="{FF2B5EF4-FFF2-40B4-BE49-F238E27FC236}">
                <a16:creationId xmlns:a16="http://schemas.microsoft.com/office/drawing/2014/main" id="{734E0F83-C106-463E-82E9-8B363E18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444" y="876300"/>
            <a:ext cx="742606" cy="518163"/>
          </a:xfrm>
          <a:custGeom xmlns:a="http://schemas.openxmlformats.org/drawingml/2006/main">
            <a:pathLst>
              <a:path w="742606" h="518163">
                <a:moveTo>
                  <a:pt x="18362" y="518163"/>
                </a:moveTo>
                <a:lnTo>
                  <a:pt x="626250" y="99746"/>
                </a:lnTo>
                <a:lnTo>
                  <a:pt x="651957" y="137093"/>
                </a:lnTo>
                <a:lnTo>
                  <a:pt x="742606" y="0"/>
                </a:lnTo>
                <a:lnTo>
                  <a:pt x="582182" y="35723"/>
                </a:lnTo>
                <a:lnTo>
                  <a:pt x="607889" y="73070"/>
                </a:lnTo>
                <a:lnTo>
                  <a:pt x="0" y="491487"/>
                </a:lnTo>
                <a:close/>
              </a:path>
            </a:pathLst>
          </a:custGeom>
          <a:solidFill xmlns:a="http://schemas.openxmlformats.org/drawingml/2006/main">
            <a:srgbClr val="4477AA"/>
          </a:solidFill>
          <a:ln xmlns:a="http://schemas.openxmlformats.org/drawingml/2006/main" w="0">
            <a:noFill/>
          </a:ln>
        </p:spPr>
      </p:sp>
      <p:sp>
        <p:nvSpPr>
          <p:cNvPr id="17" name="e2-br2">
            <a:extLst xmlns:a="http://schemas.openxmlformats.org/drawingml/2006/main">
              <a:ext uri="{FF2B5EF4-FFF2-40B4-BE49-F238E27FC236}">
                <a16:creationId xmlns:a16="http://schemas.microsoft.com/office/drawing/2014/main" id="{2E75CAD7-FD79-43CF-8D11-7EBAAF9A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143747"/>
            <a:ext cx="672002" cy="252696"/>
          </a:xfrm>
          <a:custGeom xmlns:a="http://schemas.openxmlformats.org/drawingml/2006/main">
            <a:pathLst>
              <a:path w="672002" h="252696">
                <a:moveTo>
                  <a:pt x="672002" y="222061"/>
                </a:moveTo>
                <a:lnTo>
                  <a:pt x="149414" y="42888"/>
                </a:lnTo>
                <a:lnTo>
                  <a:pt x="164118" y="0"/>
                </a:lnTo>
                <a:lnTo>
                  <a:pt x="0" y="8778"/>
                </a:lnTo>
                <a:lnTo>
                  <a:pt x="124206" y="116411"/>
                </a:lnTo>
                <a:lnTo>
                  <a:pt x="138911" y="73523"/>
                </a:lnTo>
                <a:lnTo>
                  <a:pt x="661498" y="252696"/>
                </a:lnTo>
                <a:close/>
              </a:path>
            </a:pathLst>
          </a:custGeom>
          <a:solidFill xmlns:a="http://schemas.openxmlformats.org/drawingml/2006/main">
            <a:srgbClr val="EE6677"/>
          </a:solidFill>
          <a:ln xmlns:a="http://schemas.openxmlformats.org/drawingml/2006/main" w="0">
            <a:noFill/>
          </a:ln>
        </p:spPr>
      </p:sp>
      <p:sp>
        <p:nvSpPr>
          <p:cNvPr id="18" name="e3-br2">
            <a:extLst xmlns:a="http://schemas.openxmlformats.org/drawingml/2006/main">
              <a:ext uri="{FF2B5EF4-FFF2-40B4-BE49-F238E27FC236}">
                <a16:creationId xmlns:a16="http://schemas.microsoft.com/office/drawing/2014/main" id="{774D695D-5B47-4FBD-923B-92899CC7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094" y="657225"/>
            <a:ext cx="123063" cy="723900"/>
          </a:xfrm>
          <a:custGeom xmlns:a="http://schemas.openxmlformats.org/drawingml/2006/main">
            <a:pathLst>
              <a:path w="123063" h="723900">
                <a:moveTo>
                  <a:pt x="77724" y="723900"/>
                </a:moveTo>
                <a:lnTo>
                  <a:pt x="77724" y="152400"/>
                </a:lnTo>
                <a:lnTo>
                  <a:pt x="123063" y="152400"/>
                </a:lnTo>
                <a:lnTo>
                  <a:pt x="61531" y="0"/>
                </a:lnTo>
                <a:lnTo>
                  <a:pt x="0" y="152400"/>
                </a:lnTo>
                <a:lnTo>
                  <a:pt x="45339" y="152400"/>
                </a:lnTo>
                <a:lnTo>
                  <a:pt x="45339" y="723900"/>
                </a:lnTo>
                <a:close/>
              </a:path>
            </a:pathLst>
          </a:custGeom>
          <a:solidFill xmlns:a="http://schemas.openxmlformats.org/drawingml/2006/main">
            <a:srgbClr val="228833"/>
          </a:solidFill>
          <a:ln xmlns:a="http://schemas.openxmlformats.org/drawingml/2006/main" w="0">
            <a:noFill/>
          </a:ln>
        </p:spPr>
      </p:sp>
      <p:sp>
        <p:nvSpPr>
          <p:cNvPr id="19" name="eta-br2">
            <a:extLst xmlns:a="http://schemas.openxmlformats.org/drawingml/2006/main">
              <a:ext uri="{FF2B5EF4-FFF2-40B4-BE49-F238E27FC236}">
                <a16:creationId xmlns:a16="http://schemas.microsoft.com/office/drawing/2014/main" id="{537AAC38-E0B6-4945-A113-63BB75AA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5300"/>
            <a:ext cx="562009" cy="897522"/>
          </a:xfrm>
          <a:custGeom xmlns:a="http://schemas.openxmlformats.org/drawingml/2006/main">
            <a:pathLst>
              <a:path w="562009" h="897522">
                <a:moveTo>
                  <a:pt x="562009" y="874128"/>
                </a:moveTo>
                <a:lnTo>
                  <a:pt x="98723" y="118240"/>
                </a:lnTo>
                <a:lnTo>
                  <a:pt x="152159" y="85488"/>
                </a:lnTo>
                <a:lnTo>
                  <a:pt x="0" y="0"/>
                </a:lnTo>
                <a:lnTo>
                  <a:pt x="7118" y="174385"/>
                </a:lnTo>
                <a:lnTo>
                  <a:pt x="60554" y="141633"/>
                </a:lnTo>
                <a:lnTo>
                  <a:pt x="523841" y="897522"/>
                </a:lnTo>
                <a:close/>
              </a:path>
            </a:pathLst>
          </a:custGeom>
          <a:solidFill xmlns:a="http://schemas.openxmlformats.org/drawingml/2006/main">
            <a:srgbClr val="882255"/>
          </a:solidFill>
          <a:ln xmlns:a="http://schemas.openxmlformats.org/drawingml/2006/main" w="0">
            <a:noFill/>
          </a:ln>
        </p:spPr>
      </p:sp>
      <p:sp>
        <p:nvSpPr>
          <p:cNvPr id="20" name="projection-br2-0">
            <a:extLst xmlns:a="http://schemas.openxmlformats.org/drawingml/2006/main">
              <a:ext uri="{FF2B5EF4-FFF2-40B4-BE49-F238E27FC236}">
                <a16:creationId xmlns:a16="http://schemas.microsoft.com/office/drawing/2014/main" id="{C914E844-D27D-40FE-A064-2A44FB7C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454" y="487853"/>
            <a:ext cx="82964" cy="57351"/>
          </a:xfrm>
          <a:custGeom xmlns:a="http://schemas.openxmlformats.org/drawingml/2006/main">
            <a:pathLst>
              <a:path w="82964" h="57351">
                <a:moveTo>
                  <a:pt x="0" y="14895"/>
                </a:moveTo>
                <a:lnTo>
                  <a:pt x="74473" y="57351"/>
                </a:lnTo>
                <a:lnTo>
                  <a:pt x="82964" y="42457"/>
                </a:lnTo>
                <a:lnTo>
                  <a:pt x="8491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21" name="projection-br2-1">
            <a:extLst xmlns:a="http://schemas.openxmlformats.org/drawingml/2006/main">
              <a:ext uri="{FF2B5EF4-FFF2-40B4-BE49-F238E27FC236}">
                <a16:creationId xmlns:a16="http://schemas.microsoft.com/office/drawing/2014/main" id="{BF842A3F-EEE2-435C-B82D-CBAB339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851" y="563331"/>
            <a:ext cx="82964" cy="57351"/>
          </a:xfrm>
          <a:custGeom xmlns:a="http://schemas.openxmlformats.org/drawingml/2006/main">
            <a:pathLst>
              <a:path w="82964" h="57351">
                <a:moveTo>
                  <a:pt x="0" y="14895"/>
                </a:moveTo>
                <a:lnTo>
                  <a:pt x="74473" y="57351"/>
                </a:lnTo>
                <a:lnTo>
                  <a:pt x="82964" y="42457"/>
                </a:lnTo>
                <a:lnTo>
                  <a:pt x="8491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22" name="projection-br2-2">
            <a:extLst xmlns:a="http://schemas.openxmlformats.org/drawingml/2006/main">
              <a:ext uri="{FF2B5EF4-FFF2-40B4-BE49-F238E27FC236}">
                <a16:creationId xmlns:a16="http://schemas.microsoft.com/office/drawing/2014/main" id="{97778726-D851-4A06-A60D-DA4190BF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247" y="638809"/>
            <a:ext cx="82964" cy="57351"/>
          </a:xfrm>
          <a:custGeom xmlns:a="http://schemas.openxmlformats.org/drawingml/2006/main">
            <a:pathLst>
              <a:path w="82964" h="57351">
                <a:moveTo>
                  <a:pt x="0" y="14895"/>
                </a:moveTo>
                <a:lnTo>
                  <a:pt x="74473" y="57351"/>
                </a:lnTo>
                <a:lnTo>
                  <a:pt x="82964" y="42457"/>
                </a:lnTo>
                <a:lnTo>
                  <a:pt x="8491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23" name="projection-br2-3">
            <a:extLst xmlns:a="http://schemas.openxmlformats.org/drawingml/2006/main">
              <a:ext uri="{FF2B5EF4-FFF2-40B4-BE49-F238E27FC236}">
                <a16:creationId xmlns:a16="http://schemas.microsoft.com/office/drawing/2014/main" id="{C4BF925E-B48D-439D-915A-43A3C746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643" y="714288"/>
            <a:ext cx="82964" cy="57351"/>
          </a:xfrm>
          <a:custGeom xmlns:a="http://schemas.openxmlformats.org/drawingml/2006/main">
            <a:pathLst>
              <a:path w="82964" h="57351">
                <a:moveTo>
                  <a:pt x="0" y="14895"/>
                </a:moveTo>
                <a:lnTo>
                  <a:pt x="74473" y="57351"/>
                </a:lnTo>
                <a:lnTo>
                  <a:pt x="82964" y="42457"/>
                </a:lnTo>
                <a:lnTo>
                  <a:pt x="8491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24" name="projection-br2-4">
            <a:extLst xmlns:a="http://schemas.openxmlformats.org/drawingml/2006/main">
              <a:ext uri="{FF2B5EF4-FFF2-40B4-BE49-F238E27FC236}">
                <a16:creationId xmlns:a16="http://schemas.microsoft.com/office/drawing/2014/main" id="{D5FC4655-958C-44F9-B4B6-25312421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040" y="789766"/>
            <a:ext cx="82964" cy="57351"/>
          </a:xfrm>
          <a:custGeom xmlns:a="http://schemas.openxmlformats.org/drawingml/2006/main">
            <a:pathLst>
              <a:path w="82964" h="57351">
                <a:moveTo>
                  <a:pt x="0" y="14895"/>
                </a:moveTo>
                <a:lnTo>
                  <a:pt x="74473" y="57351"/>
                </a:lnTo>
                <a:lnTo>
                  <a:pt x="82964" y="42457"/>
                </a:lnTo>
                <a:lnTo>
                  <a:pt x="8491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25" name="projection-br2-5">
            <a:extLst xmlns:a="http://schemas.openxmlformats.org/drawingml/2006/main">
              <a:ext uri="{FF2B5EF4-FFF2-40B4-BE49-F238E27FC236}">
                <a16:creationId xmlns:a16="http://schemas.microsoft.com/office/drawing/2014/main" id="{29499C73-F45E-4DDC-B135-94F8D3D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436" y="865244"/>
            <a:ext cx="82964" cy="57351"/>
          </a:xfrm>
          <a:custGeom xmlns:a="http://schemas.openxmlformats.org/drawingml/2006/main">
            <a:pathLst>
              <a:path w="82964" h="57351">
                <a:moveTo>
                  <a:pt x="0" y="14895"/>
                </a:moveTo>
                <a:lnTo>
                  <a:pt x="74473" y="57351"/>
                </a:lnTo>
                <a:lnTo>
                  <a:pt x="82964" y="42457"/>
                </a:lnTo>
                <a:lnTo>
                  <a:pt x="8491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26" name="projection-br2-6">
            <a:extLst xmlns:a="http://schemas.openxmlformats.org/drawingml/2006/main">
              <a:ext uri="{FF2B5EF4-FFF2-40B4-BE49-F238E27FC236}">
                <a16:creationId xmlns:a16="http://schemas.microsoft.com/office/drawing/2014/main" id="{B580C7AC-2D0A-4FE5-9B35-DE6A1B46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832" y="940722"/>
            <a:ext cx="82964" cy="57351"/>
          </a:xfrm>
          <a:custGeom xmlns:a="http://schemas.openxmlformats.org/drawingml/2006/main">
            <a:pathLst>
              <a:path w="82964" h="57351">
                <a:moveTo>
                  <a:pt x="0" y="14895"/>
                </a:moveTo>
                <a:lnTo>
                  <a:pt x="74473" y="57351"/>
                </a:lnTo>
                <a:lnTo>
                  <a:pt x="82964" y="42457"/>
                </a:lnTo>
                <a:lnTo>
                  <a:pt x="8491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27" name="projection-br2-7">
            <a:extLst xmlns:a="http://schemas.openxmlformats.org/drawingml/2006/main">
              <a:ext uri="{FF2B5EF4-FFF2-40B4-BE49-F238E27FC236}">
                <a16:creationId xmlns:a16="http://schemas.microsoft.com/office/drawing/2014/main" id="{BD79A593-97F8-4060-917D-2EB7E17B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229" y="1016201"/>
            <a:ext cx="82964" cy="57351"/>
          </a:xfrm>
          <a:custGeom xmlns:a="http://schemas.openxmlformats.org/drawingml/2006/main">
            <a:pathLst>
              <a:path w="82964" h="57351">
                <a:moveTo>
                  <a:pt x="0" y="14895"/>
                </a:moveTo>
                <a:lnTo>
                  <a:pt x="74473" y="57351"/>
                </a:lnTo>
                <a:lnTo>
                  <a:pt x="82964" y="42457"/>
                </a:lnTo>
                <a:lnTo>
                  <a:pt x="8491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0">
            <a:noFill/>
          </a:ln>
        </p:spPr>
      </p:sp>
      <p:sp>
        <p:nvSpPr>
          <p:cNvPr id="28" name="delta-br2">
            <a:extLst xmlns:a="http://schemas.openxmlformats.org/drawingml/2006/main">
              <a:ext uri="{FF2B5EF4-FFF2-40B4-BE49-F238E27FC236}">
                <a16:creationId xmlns:a16="http://schemas.microsoft.com/office/drawing/2014/main" id="{7EC9D932-1DA2-491C-9757-BEFCB748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276350"/>
            <a:ext cx="361950" cy="466725"/>
          </a:xfrm>
          <a:custGeom xmlns:a="http://schemas.openxmlformats.org/drawingml/2006/main">
            <a:pathLst>
              <a:path w="361950" h="466725">
                <a:moveTo>
                  <a:pt x="361950" y="0"/>
                </a:moveTo>
                <a:lnTo>
                  <a:pt x="216448" y="66543"/>
                </a:lnTo>
                <a:lnTo>
                  <a:pt x="259652" y="100048"/>
                </a:lnTo>
                <a:lnTo>
                  <a:pt x="71438" y="342745"/>
                </a:lnTo>
                <a:lnTo>
                  <a:pt x="28234" y="309240"/>
                </a:lnTo>
                <a:lnTo>
                  <a:pt x="0" y="466725"/>
                </a:lnTo>
                <a:lnTo>
                  <a:pt x="145502" y="400182"/>
                </a:lnTo>
                <a:lnTo>
                  <a:pt x="102298" y="366677"/>
                </a:lnTo>
                <a:lnTo>
                  <a:pt x="290512" y="123980"/>
                </a:lnTo>
                <a:lnTo>
                  <a:pt x="333716" y="157485"/>
                </a:lnTo>
                <a:close/>
              </a:path>
            </a:pathLst>
          </a:custGeom>
          <a:solidFill xmlns:a="http://schemas.openxmlformats.org/drawingml/2006/main">
            <a:srgbClr val="332288"/>
          </a:solidFill>
          <a:ln xmlns:a="http://schemas.openxmlformats.org/drawingml/2006/main" w="0">
            <a:noFill/>
          </a:ln>
        </p:spPr>
      </p:sp>
      <p:sp>
        <p:nvSpPr>
          <p:cNvPr id="29" name="e1-br1">
            <a:extLst xmlns:a="http://schemas.openxmlformats.org/drawingml/2006/main">
              <a:ext uri="{FF2B5EF4-FFF2-40B4-BE49-F238E27FC236}">
                <a16:creationId xmlns:a16="http://schemas.microsoft.com/office/drawing/2014/main" id="{CF28D91B-6648-4005-8B3D-486CE5DA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554" y="5451591"/>
            <a:ext cx="689521" cy="202549"/>
          </a:xfrm>
          <a:custGeom xmlns:a="http://schemas.openxmlformats.org/drawingml/2006/main">
            <a:pathLst>
              <a:path w="689521" h="202549">
                <a:moveTo>
                  <a:pt x="0" y="31518"/>
                </a:moveTo>
                <a:lnTo>
                  <a:pt x="537478" y="158423"/>
                </a:lnTo>
                <a:lnTo>
                  <a:pt x="527060" y="202549"/>
                </a:lnTo>
                <a:lnTo>
                  <a:pt x="689521" y="177684"/>
                </a:lnTo>
                <a:lnTo>
                  <a:pt x="555339" y="82779"/>
                </a:lnTo>
                <a:lnTo>
                  <a:pt x="544920" y="126905"/>
                </a:lnTo>
                <a:lnTo>
                  <a:pt x="7442" y="0"/>
                </a:lnTo>
                <a:close/>
              </a:path>
            </a:pathLst>
          </a:custGeom>
          <a:solidFill xmlns:a="http://schemas.openxmlformats.org/drawingml/2006/main">
            <a:srgbClr val="4477AA"/>
          </a:solidFill>
          <a:ln xmlns:a="http://schemas.openxmlformats.org/drawingml/2006/main" w="0">
            <a:noFill/>
          </a:ln>
        </p:spPr>
      </p:sp>
      <p:sp>
        <p:nvSpPr>
          <p:cNvPr id="30" name="e2-br1">
            <a:extLst xmlns:a="http://schemas.openxmlformats.org/drawingml/2006/main">
              <a:ext uri="{FF2B5EF4-FFF2-40B4-BE49-F238E27FC236}">
                <a16:creationId xmlns:a16="http://schemas.microsoft.com/office/drawing/2014/main" id="{2387553A-777F-4DFB-A913-97D4E186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57596"/>
            <a:ext cx="393925" cy="514579"/>
          </a:xfrm>
          <a:custGeom xmlns:a="http://schemas.openxmlformats.org/drawingml/2006/main">
            <a:pathLst>
              <a:path w="393925" h="514579">
                <a:moveTo>
                  <a:pt x="368075" y="0"/>
                </a:moveTo>
                <a:lnTo>
                  <a:pt x="78515" y="383667"/>
                </a:lnTo>
                <a:lnTo>
                  <a:pt x="42326" y="356354"/>
                </a:lnTo>
                <a:lnTo>
                  <a:pt x="0" y="514579"/>
                </a:lnTo>
                <a:lnTo>
                  <a:pt x="140554" y="430488"/>
                </a:lnTo>
                <a:lnTo>
                  <a:pt x="104365" y="403176"/>
                </a:lnTo>
                <a:lnTo>
                  <a:pt x="393925" y="19509"/>
                </a:lnTo>
                <a:close/>
              </a:path>
            </a:pathLst>
          </a:custGeom>
          <a:solidFill xmlns:a="http://schemas.openxmlformats.org/drawingml/2006/main">
            <a:srgbClr val="EE6677"/>
          </a:solidFill>
          <a:ln xmlns:a="http://schemas.openxmlformats.org/drawingml/2006/main" w="0">
            <a:noFill/>
          </a:ln>
        </p:spPr>
      </p:sp>
      <p:sp>
        <p:nvSpPr>
          <p:cNvPr id="31" name="e3-br1">
            <a:extLst xmlns:a="http://schemas.openxmlformats.org/drawingml/2006/main">
              <a:ext uri="{FF2B5EF4-FFF2-40B4-BE49-F238E27FC236}">
                <a16:creationId xmlns:a16="http://schemas.microsoft.com/office/drawing/2014/main" id="{F0A78A62-0811-4544-948C-B881A34B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744" y="4810125"/>
            <a:ext cx="123063" cy="657225"/>
          </a:xfrm>
          <a:custGeom xmlns:a="http://schemas.openxmlformats.org/drawingml/2006/main">
            <a:pathLst>
              <a:path w="123063" h="657225">
                <a:moveTo>
                  <a:pt x="77724" y="657225"/>
                </a:moveTo>
                <a:lnTo>
                  <a:pt x="77724" y="152400"/>
                </a:lnTo>
                <a:lnTo>
                  <a:pt x="123063" y="152400"/>
                </a:lnTo>
                <a:lnTo>
                  <a:pt x="61532" y="0"/>
                </a:lnTo>
                <a:lnTo>
                  <a:pt x="0" y="152400"/>
                </a:lnTo>
                <a:lnTo>
                  <a:pt x="45339" y="152400"/>
                </a:lnTo>
                <a:lnTo>
                  <a:pt x="45339" y="657225"/>
                </a:lnTo>
                <a:close/>
              </a:path>
            </a:pathLst>
          </a:custGeom>
          <a:solidFill xmlns:a="http://schemas.openxmlformats.org/drawingml/2006/main">
            <a:srgbClr val="228833"/>
          </a:solidFill>
          <a:ln xmlns:a="http://schemas.openxmlformats.org/drawingml/2006/main" w="0">
            <a:noFill/>
          </a:ln>
        </p:spPr>
      </p:sp>
      <p:sp>
        <p:nvSpPr>
          <p:cNvPr id="32" name="eta-br1">
            <a:extLst xmlns:a="http://schemas.openxmlformats.org/drawingml/2006/main">
              <a:ext uri="{FF2B5EF4-FFF2-40B4-BE49-F238E27FC236}">
                <a16:creationId xmlns:a16="http://schemas.microsoft.com/office/drawing/2014/main" id="{4D84493B-A17F-4ADF-8A1C-BF07F314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466" y="4581525"/>
            <a:ext cx="590309" cy="897960"/>
          </a:xfrm>
          <a:custGeom xmlns:a="http://schemas.openxmlformats.org/drawingml/2006/main">
            <a:pathLst>
              <a:path w="590309" h="897960">
                <a:moveTo>
                  <a:pt x="37618" y="897960"/>
                </a:moveTo>
                <a:lnTo>
                  <a:pt x="526498" y="140196"/>
                </a:lnTo>
                <a:lnTo>
                  <a:pt x="579163" y="174174"/>
                </a:lnTo>
                <a:lnTo>
                  <a:pt x="590309" y="0"/>
                </a:lnTo>
                <a:lnTo>
                  <a:pt x="436215" y="81949"/>
                </a:lnTo>
                <a:lnTo>
                  <a:pt x="488880" y="115926"/>
                </a:lnTo>
                <a:lnTo>
                  <a:pt x="0" y="873690"/>
                </a:lnTo>
                <a:close/>
              </a:path>
            </a:pathLst>
          </a:custGeom>
          <a:solidFill xmlns:a="http://schemas.openxmlformats.org/drawingml/2006/main">
            <a:srgbClr val="882255"/>
          </a:solidFill>
          <a:ln xmlns:a="http://schemas.openxmlformats.org/drawingml/2006/main" w="0">
            <a:noFill/>
          </a:ln>
        </p:spPr>
      </p:sp>
      <p:sp>
        <p:nvSpPr>
          <p:cNvPr id="33" name="delta-br1">
            <a:extLst xmlns:a="http://schemas.openxmlformats.org/drawingml/2006/main">
              <a:ext uri="{FF2B5EF4-FFF2-40B4-BE49-F238E27FC236}">
                <a16:creationId xmlns:a16="http://schemas.microsoft.com/office/drawing/2014/main" id="{B9E191C5-288A-4E58-AA77-2274794E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38675"/>
            <a:ext cx="438150" cy="885825"/>
          </a:xfrm>
          <a:custGeom xmlns:a="http://schemas.openxmlformats.org/drawingml/2006/main">
            <a:pathLst>
              <a:path w="438150" h="885825">
                <a:moveTo>
                  <a:pt x="438150" y="0"/>
                </a:moveTo>
                <a:lnTo>
                  <a:pt x="304074" y="103706"/>
                </a:lnTo>
                <a:lnTo>
                  <a:pt x="353081" y="127946"/>
                </a:lnTo>
                <a:lnTo>
                  <a:pt x="50065" y="740565"/>
                </a:lnTo>
                <a:lnTo>
                  <a:pt x="1058" y="716325"/>
                </a:lnTo>
                <a:lnTo>
                  <a:pt x="0" y="885825"/>
                </a:lnTo>
                <a:lnTo>
                  <a:pt x="134076" y="782119"/>
                </a:lnTo>
                <a:lnTo>
                  <a:pt x="85069" y="757879"/>
                </a:lnTo>
                <a:lnTo>
                  <a:pt x="388085" y="145260"/>
                </a:lnTo>
                <a:lnTo>
                  <a:pt x="437092" y="169500"/>
                </a:lnTo>
                <a:close/>
              </a:path>
            </a:pathLst>
          </a:custGeom>
          <a:solidFill xmlns:a="http://schemas.openxmlformats.org/drawingml/2006/main">
            <a:srgbClr val="332288"/>
          </a:solidFill>
          <a:ln xmlns:a="http://schemas.openxmlformats.org/drawingml/2006/main" w="0">
            <a:noFill/>
          </a:ln>
        </p:spPr>
      </p:sp>
      <p:sp>
        <p:nvSpPr>
          <p:cNvPr id="34" name="delta-tendon">
            <a:extLst xmlns:a="http://schemas.openxmlformats.org/drawingml/2006/main">
              <a:ext uri="{FF2B5EF4-FFF2-40B4-BE49-F238E27FC236}">
                <a16:creationId xmlns:a16="http://schemas.microsoft.com/office/drawing/2014/main" id="{817AEE2E-0B11-4FA8-9D50-D273A26E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943350"/>
            <a:ext cx="419100" cy="695325"/>
          </a:xfrm>
          <a:custGeom xmlns:a="http://schemas.openxmlformats.org/drawingml/2006/main">
            <a:pathLst>
              <a:path w="419100" h="695325">
                <a:moveTo>
                  <a:pt x="419100" y="0"/>
                </a:moveTo>
                <a:lnTo>
                  <a:pt x="276879" y="92220"/>
                </a:lnTo>
                <a:lnTo>
                  <a:pt x="323705" y="120444"/>
                </a:lnTo>
                <a:lnTo>
                  <a:pt x="61949" y="554721"/>
                </a:lnTo>
                <a:lnTo>
                  <a:pt x="15123" y="526498"/>
                </a:lnTo>
                <a:lnTo>
                  <a:pt x="0" y="695325"/>
                </a:lnTo>
                <a:lnTo>
                  <a:pt x="142221" y="603105"/>
                </a:lnTo>
                <a:lnTo>
                  <a:pt x="95395" y="574881"/>
                </a:lnTo>
                <a:lnTo>
                  <a:pt x="357151" y="140604"/>
                </a:lnTo>
                <a:lnTo>
                  <a:pt x="403977" y="168827"/>
                </a:lnTo>
                <a:close/>
              </a:path>
            </a:pathLst>
          </a:custGeom>
          <a:solidFill xmlns:a="http://schemas.openxmlformats.org/drawingml/2006/main">
            <a:srgbClr val="CC6677"/>
          </a:solidFill>
          <a:ln xmlns:a="http://schemas.openxmlformats.org/drawingml/2006/main" w="0">
            <a:noFill/>
          </a:ln>
        </p:spPr>
      </p:sp>
      <p:sp>
        <p:nvSpPr>
          <p:cNvPr id="35" name="label-η_br,2">
            <a:extLst xmlns:a="http://schemas.openxmlformats.org/drawingml/2006/main">
              <a:ext uri="{FF2B5EF4-FFF2-40B4-BE49-F238E27FC236}">
                <a16:creationId xmlns:a16="http://schemas.microsoft.com/office/drawing/2014/main" id="{5C58CB4C-F0B8-4D31-95FA-CB305829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 i="1">
                <a:solidFill>
                  <a:srgbClr val="882255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 i="1">
                <a:solidFill>
                  <a:srgbClr val="882255"/>
                </a:solidFill>
                <a:latin typeface="Cambria Math"/>
                <a:ea typeface="Cambria Math"/>
                <a:cs typeface="Cambria Math"/>
              </a:rPr>
              <a:t>η_br,2</a:t>
            </a:r>
          </a:p>
        </p:txBody>
      </p:sp>
      <p:sp>
        <p:nvSpPr>
          <p:cNvPr id="36" name="label-ê₃⁽²⁾">
            <a:extLst xmlns:a="http://schemas.openxmlformats.org/drawingml/2006/main">
              <a:ext uri="{FF2B5EF4-FFF2-40B4-BE49-F238E27FC236}">
                <a16:creationId xmlns:a16="http://schemas.microsoft.com/office/drawing/2014/main" id="{5C9394E8-2996-414F-A135-201213F3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0050"/>
            <a:ext cx="71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22883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1">
                <a:solidFill>
                  <a:srgbClr val="228833"/>
                </a:solidFill>
                <a:latin typeface="Cambria Math"/>
                <a:ea typeface="Cambria Math"/>
                <a:cs typeface="Cambria Math"/>
              </a:rPr>
              <a:t>ê₃⁽²⁾</a:t>
            </a:r>
          </a:p>
        </p:txBody>
      </p:sp>
      <p:sp>
        <p:nvSpPr>
          <p:cNvPr id="37" name="label-ê₁⁽²⁾">
            <a:extLst xmlns:a="http://schemas.openxmlformats.org/drawingml/2006/main">
              <a:ext uri="{FF2B5EF4-FFF2-40B4-BE49-F238E27FC236}">
                <a16:creationId xmlns:a16="http://schemas.microsoft.com/office/drawing/2014/main" id="{6CCD10FE-C47C-4838-ACCC-FB3CF28E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9532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4477AA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1">
                <a:solidFill>
                  <a:srgbClr val="4477AA"/>
                </a:solidFill>
                <a:latin typeface="Cambria Math"/>
                <a:ea typeface="Cambria Math"/>
                <a:cs typeface="Cambria Math"/>
              </a:rPr>
              <a:t>ê₁⁽²⁾</a:t>
            </a:r>
          </a:p>
        </p:txBody>
      </p:sp>
      <p:sp>
        <p:nvSpPr>
          <p:cNvPr id="38" name="label-ê₂⁽²⁾">
            <a:extLst xmlns:a="http://schemas.openxmlformats.org/drawingml/2006/main">
              <a:ext uri="{FF2B5EF4-FFF2-40B4-BE49-F238E27FC236}">
                <a16:creationId xmlns:a16="http://schemas.microsoft.com/office/drawing/2014/main" id="{47AB2739-D591-435A-A8C8-CFBCE706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866775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EE6677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1">
                <a:solidFill>
                  <a:srgbClr val="EE6677"/>
                </a:solidFill>
                <a:latin typeface="Cambria Math"/>
                <a:ea typeface="Cambria Math"/>
                <a:cs typeface="Cambria Math"/>
              </a:rPr>
              <a:t>ê₂⁽²⁾</a:t>
            </a:r>
          </a:p>
        </p:txBody>
      </p:sp>
      <p:sp>
        <p:nvSpPr>
          <p:cNvPr id="39" name="label-δ_br,2">
            <a:extLst xmlns:a="http://schemas.openxmlformats.org/drawingml/2006/main">
              <a:ext uri="{FF2B5EF4-FFF2-40B4-BE49-F238E27FC236}">
                <a16:creationId xmlns:a16="http://schemas.microsoft.com/office/drawing/2014/main" id="{7DC6457E-EB42-4B5A-A6E7-C329F27E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859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332288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1">
                <a:solidFill>
                  <a:srgbClr val="332288"/>
                </a:solidFill>
                <a:latin typeface="Cambria Math"/>
                <a:ea typeface="Cambria Math"/>
                <a:cs typeface="Cambria Math"/>
              </a:rPr>
              <a:t>δ_br,2</a:t>
            </a:r>
          </a:p>
        </p:txBody>
      </p:sp>
      <p:sp>
        <p:nvSpPr>
          <p:cNvPr id="40" name="label-{br, 2}">
            <a:extLst xmlns:a="http://schemas.openxmlformats.org/drawingml/2006/main">
              <a:ext uri="{FF2B5EF4-FFF2-40B4-BE49-F238E27FC236}">
                <a16:creationId xmlns:a16="http://schemas.microsoft.com/office/drawing/2014/main" id="{606B4001-E38B-44A9-A491-44B1766C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{br, 2}</a:t>
            </a:r>
          </a:p>
        </p:txBody>
      </p:sp>
      <p:sp>
        <p:nvSpPr>
          <p:cNvPr id="41" name="label-F′₂ = −F′₁">
            <a:extLst xmlns:a="http://schemas.openxmlformats.org/drawingml/2006/main">
              <a:ext uri="{FF2B5EF4-FFF2-40B4-BE49-F238E27FC236}">
                <a16:creationId xmlns:a16="http://schemas.microsoft.com/office/drawing/2014/main" id="{C82553DB-C704-43E2-BBE3-7BCC0CC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383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F′₂ = −F′₁</a:t>
            </a:r>
          </a:p>
        </p:txBody>
      </p:sp>
      <p:sp>
        <p:nvSpPr>
          <p:cNvPr id="42" name="label-û₁ = −û₂">
            <a:extLst xmlns:a="http://schemas.openxmlformats.org/drawingml/2006/main">
              <a:ext uri="{FF2B5EF4-FFF2-40B4-BE49-F238E27FC236}">
                <a16:creationId xmlns:a16="http://schemas.microsoft.com/office/drawing/2014/main" id="{9E43B653-25B2-4860-B3E3-BFAC4296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55555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555555"/>
                </a:solidFill>
                <a:latin typeface="Cambria Math"/>
                <a:ea typeface="Cambria Math"/>
                <a:cs typeface="Cambria Math"/>
              </a:rPr>
              <a:t>û₁ = −û₂</a:t>
            </a:r>
          </a:p>
        </p:txBody>
      </p:sp>
      <p:sp>
        <p:nvSpPr>
          <p:cNvPr id="43" name="label-η_br,1">
            <a:extLst xmlns:a="http://schemas.openxmlformats.org/drawingml/2006/main">
              <a:ext uri="{FF2B5EF4-FFF2-40B4-BE49-F238E27FC236}">
                <a16:creationId xmlns:a16="http://schemas.microsoft.com/office/drawing/2014/main" id="{C5043431-5887-4A6E-B3DB-85CFE958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243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 i="1">
                <a:solidFill>
                  <a:srgbClr val="882255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 i="1">
                <a:solidFill>
                  <a:srgbClr val="882255"/>
                </a:solidFill>
                <a:latin typeface="Cambria Math"/>
                <a:ea typeface="Cambria Math"/>
                <a:cs typeface="Cambria Math"/>
              </a:rPr>
              <a:t>η_br,1</a:t>
            </a:r>
          </a:p>
        </p:txBody>
      </p:sp>
      <p:sp>
        <p:nvSpPr>
          <p:cNvPr id="44" name="label-δ_tendon">
            <a:extLst xmlns:a="http://schemas.openxmlformats.org/drawingml/2006/main">
              <a:ext uri="{FF2B5EF4-FFF2-40B4-BE49-F238E27FC236}">
                <a16:creationId xmlns:a16="http://schemas.microsoft.com/office/drawing/2014/main" id="{0BA65C36-F73D-4577-A0B6-EC2C3BC1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672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CC6677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1">
                <a:solidFill>
                  <a:srgbClr val="CC6677"/>
                </a:solidFill>
                <a:latin typeface="Cambria Math"/>
                <a:ea typeface="Cambria Math"/>
                <a:cs typeface="Cambria Math"/>
              </a:rPr>
              <a:t>δ_tendon</a:t>
            </a:r>
          </a:p>
        </p:txBody>
      </p:sp>
      <p:sp>
        <p:nvSpPr>
          <p:cNvPr id="45" name="label-δ_br,1">
            <a:extLst xmlns:a="http://schemas.openxmlformats.org/drawingml/2006/main">
              <a:ext uri="{FF2B5EF4-FFF2-40B4-BE49-F238E27FC236}">
                <a16:creationId xmlns:a16="http://schemas.microsoft.com/office/drawing/2014/main" id="{13AFC951-E30D-46AC-A50C-CB380F38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0292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332288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1">
                <a:solidFill>
                  <a:srgbClr val="332288"/>
                </a:solidFill>
                <a:latin typeface="Cambria Math"/>
                <a:ea typeface="Cambria Math"/>
                <a:cs typeface="Cambria Math"/>
              </a:rPr>
              <a:t>δ_br,1</a:t>
            </a:r>
          </a:p>
        </p:txBody>
      </p:sp>
      <p:sp>
        <p:nvSpPr>
          <p:cNvPr id="46" name="label-ê₃⁽¹⁾">
            <a:extLst xmlns:a="http://schemas.openxmlformats.org/drawingml/2006/main">
              <a:ext uri="{FF2B5EF4-FFF2-40B4-BE49-F238E27FC236}">
                <a16:creationId xmlns:a16="http://schemas.microsoft.com/office/drawing/2014/main" id="{08E7DF12-7112-460F-918F-D2A0B3CD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529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22883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1">
                <a:solidFill>
                  <a:srgbClr val="228833"/>
                </a:solidFill>
                <a:latin typeface="Cambria Math"/>
                <a:ea typeface="Cambria Math"/>
                <a:cs typeface="Cambria Math"/>
              </a:rPr>
              <a:t>ê₃⁽¹⁾</a:t>
            </a:r>
          </a:p>
        </p:txBody>
      </p:sp>
      <p:sp>
        <p:nvSpPr>
          <p:cNvPr id="47" name="label-ê₁⁽¹⁾">
            <a:extLst xmlns:a="http://schemas.openxmlformats.org/drawingml/2006/main">
              <a:ext uri="{FF2B5EF4-FFF2-40B4-BE49-F238E27FC236}">
                <a16:creationId xmlns:a16="http://schemas.microsoft.com/office/drawing/2014/main" id="{991D7995-A814-436B-87AF-C32705B5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67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4477AA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1">
                <a:solidFill>
                  <a:srgbClr val="4477AA"/>
                </a:solidFill>
                <a:latin typeface="Cambria Math"/>
                <a:ea typeface="Cambria Math"/>
                <a:cs typeface="Cambria Math"/>
              </a:rPr>
              <a:t>ê₁⁽¹⁾</a:t>
            </a:r>
          </a:p>
        </p:txBody>
      </p:sp>
      <p:sp>
        <p:nvSpPr>
          <p:cNvPr id="48" name="label-ê₂⁽¹⁾">
            <a:extLst xmlns:a="http://schemas.openxmlformats.org/drawingml/2006/main">
              <a:ext uri="{FF2B5EF4-FFF2-40B4-BE49-F238E27FC236}">
                <a16:creationId xmlns:a16="http://schemas.microsoft.com/office/drawing/2014/main" id="{FEA1A88E-A32B-4847-BD41-2991D8EC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674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1">
                <a:solidFill>
                  <a:srgbClr val="EE6677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1">
                <a:solidFill>
                  <a:srgbClr val="EE6677"/>
                </a:solidFill>
                <a:latin typeface="Cambria Math"/>
                <a:ea typeface="Cambria Math"/>
                <a:cs typeface="Cambria Math"/>
              </a:rPr>
              <a:t>ê₂⁽¹⁾</a:t>
            </a:r>
          </a:p>
        </p:txBody>
      </p:sp>
      <p:sp>
        <p:nvSpPr>
          <p:cNvPr id="49" name="label-{br, 1}">
            <a:extLst xmlns:a="http://schemas.openxmlformats.org/drawingml/2006/main">
              <a:ext uri="{FF2B5EF4-FFF2-40B4-BE49-F238E27FC236}">
                <a16:creationId xmlns:a16="http://schemas.microsoft.com/office/drawing/2014/main" id="{5B70A986-ADED-4D64-A236-2C1D119C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53025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{br, 1}</a:t>
            </a:r>
          </a:p>
        </p:txBody>
      </p:sp>
    </p:spTree>
    <p:extLst>
      <p:ext uri="{BB962C8B-B14F-4D97-AF65-F5344CB8AC3E}">
        <p14:creationId xmlns:p14="http://schemas.microsoft.com/office/powerpoint/2010/main" val="1929821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2026-09-26T04:35:17.2880000Z</dcterms:created>
  <dcterms:modified xsi:type="dcterms:W3CDTF">2026-09-26T04:35:17.2880000Z</dcterms:modified>
</coreProperties>
</file>