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3422005367479e" /><Relationship Type="http://schemas.openxmlformats.org/officeDocument/2006/relationships/extended-properties" Target="/docProps/app.xml" Id="R5742b549939a4552" /><Relationship Type="http://schemas.openxmlformats.org/officeDocument/2006/relationships/officeDocument" Target="/ppt/presentation.xml" Id="R932fbc1e4e144f8d" /></Relationships>
</file>

<file path=ppt/presentation.xml><?xml version="1.0" encoding="utf-8"?>
<p:presentation xmlns:p="http://schemas.openxmlformats.org/presentationml/2006/main">
  <p:sldMasterIdLst>
    <p:sldMasterId xmlns:r="http://schemas.openxmlformats.org/officeDocument/2006/relationships" id="2147483648" r:id="R6a593ab582944d81"/>
  </p:sldMasterIdLst>
  <p:notesMasterIdLst>
    <p:notesMasterId xmlns:r="http://schemas.openxmlformats.org/officeDocument/2006/relationships" r:id="R1689da0056064e8a"/>
  </p:notesMasterIdLst>
  <p:sldIdLst>
    <p:sldId xmlns:r="http://schemas.openxmlformats.org/officeDocument/2006/relationships" id="256" r:id="Re7b50ee184784cca"/>
    <p:sldId xmlns:r="http://schemas.openxmlformats.org/officeDocument/2006/relationships" id="257" r:id="R846e4bf1766740e1"/>
    <p:sldId xmlns:r="http://schemas.openxmlformats.org/officeDocument/2006/relationships" id="258" r:id="Rf9bba9bc6a804f39"/>
    <p:sldId xmlns:r="http://schemas.openxmlformats.org/officeDocument/2006/relationships" id="259" r:id="R9cb1c34621654bba"/>
    <p:sldId xmlns:r="http://schemas.openxmlformats.org/officeDocument/2006/relationships" id="260" r:id="R92f05c856edd4783"/>
    <p:sldId xmlns:r="http://schemas.openxmlformats.org/officeDocument/2006/relationships" id="261" r:id="R7dfb9f2ad7894abc"/>
    <p:sldId xmlns:r="http://schemas.openxmlformats.org/officeDocument/2006/relationships" id="262" r:id="R2d724e07951b43ff"/>
    <p:sldId xmlns:r="http://schemas.openxmlformats.org/officeDocument/2006/relationships" id="263" r:id="Rc8f4ae59f21a40ab"/>
    <p:sldId xmlns:r="http://schemas.openxmlformats.org/officeDocument/2006/relationships" id="264" r:id="R03e817372be64c1e"/>
    <p:sldId xmlns:r="http://schemas.openxmlformats.org/officeDocument/2006/relationships" id="265" r:id="Ra4c6463be3134db8"/>
    <p:sldId xmlns:r="http://schemas.openxmlformats.org/officeDocument/2006/relationships" id="266" r:id="Ra4d39fdb682949fe"/>
    <p:sldId xmlns:r="http://schemas.openxmlformats.org/officeDocument/2006/relationships" id="267" r:id="Rbd02e1c65abd437f"/>
    <p:sldId xmlns:r="http://schemas.openxmlformats.org/officeDocument/2006/relationships" id="268" r:id="R321f37c4428b453b"/>
    <p:sldId xmlns:r="http://schemas.openxmlformats.org/officeDocument/2006/relationships" id="269" r:id="Rf978e40ca0c844c1"/>
    <p:sldId xmlns:r="http://schemas.openxmlformats.org/officeDocument/2006/relationships" id="270" r:id="Re5dd76380105494f"/>
    <p:sldId xmlns:r="http://schemas.openxmlformats.org/officeDocument/2006/relationships" id="271" r:id="R840855b3071249c7"/>
    <p:sldId xmlns:r="http://schemas.openxmlformats.org/officeDocument/2006/relationships" id="272" r:id="Rfa76a326e43940ab"/>
    <p:sldId xmlns:r="http://schemas.openxmlformats.org/officeDocument/2006/relationships" id="273" r:id="R8af34db0761a4ac1"/>
    <p:sldId xmlns:r="http://schemas.openxmlformats.org/officeDocument/2006/relationships" id="274" r:id="Rd979764dfec043d6"/>
    <p:sldId xmlns:r="http://schemas.openxmlformats.org/officeDocument/2006/relationships" id="275" r:id="Rd41c6a4c3488496c"/>
    <p:sldId xmlns:r="http://schemas.openxmlformats.org/officeDocument/2006/relationships" id="276" r:id="R9b559e6541e74f78"/>
    <p:sldId xmlns:r="http://schemas.openxmlformats.org/officeDocument/2006/relationships" id="277" r:id="Rebba7b160fbd4e60"/>
    <p:sldId xmlns:r="http://schemas.openxmlformats.org/officeDocument/2006/relationships" id="278" r:id="Rb8904956cd304b7b"/>
    <p:sldId xmlns:r="http://schemas.openxmlformats.org/officeDocument/2006/relationships" id="279" r:id="R762d4878aad44a31"/>
    <p:sldId xmlns:r="http://schemas.openxmlformats.org/officeDocument/2006/relationships" id="280" r:id="Refecc26cec7d46ad"/>
    <p:sldId xmlns:r="http://schemas.openxmlformats.org/officeDocument/2006/relationships" id="281" r:id="Rde980e5b0bba441b"/>
    <p:sldId xmlns:r="http://schemas.openxmlformats.org/officeDocument/2006/relationships" id="282" r:id="R9b57326f91924c08"/>
    <p:sldId xmlns:r="http://schemas.openxmlformats.org/officeDocument/2006/relationships" id="283" r:id="R6096e3ee948d4102"/>
    <p:sldId xmlns:r="http://schemas.openxmlformats.org/officeDocument/2006/relationships" id="284" r:id="R12b0fc46d0964e07"/>
    <p:sldId xmlns:r="http://schemas.openxmlformats.org/officeDocument/2006/relationships" id="285" r:id="R5cfe8a94ca2047da"/>
    <p:sldId xmlns:r="http://schemas.openxmlformats.org/officeDocument/2006/relationships" id="286" r:id="R34853435adb64ef0"/>
    <p:sldId xmlns:r="http://schemas.openxmlformats.org/officeDocument/2006/relationships" id="287" r:id="R3cce8e9fc8644166"/>
    <p:sldId xmlns:r="http://schemas.openxmlformats.org/officeDocument/2006/relationships" id="288" r:id="R278404e2e09540b2"/>
    <p:sldId xmlns:r="http://schemas.openxmlformats.org/officeDocument/2006/relationships" id="289" r:id="R183bfd4f27b144a8"/>
    <p:sldId xmlns:r="http://schemas.openxmlformats.org/officeDocument/2006/relationships" id="290" r:id="Rf563de1937654739"/>
    <p:sldId xmlns:r="http://schemas.openxmlformats.org/officeDocument/2006/relationships" id="291" r:id="R3b89ec0e8fda4184"/>
    <p:sldId xmlns:r="http://schemas.openxmlformats.org/officeDocument/2006/relationships" id="292" r:id="Rc2b92244b12d4c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6a1d9baad74124" /><Relationship Type="http://schemas.openxmlformats.org/officeDocument/2006/relationships/slideMaster" Target="/ppt/slideMasters/slideMaster1.xml" Id="R6a593ab582944d81" /><Relationship Type="http://schemas.openxmlformats.org/officeDocument/2006/relationships/notesMaster" Target="/ppt/notesMasters/notesMaster1.xml" Id="R1689da0056064e8a" /><Relationship Type="http://schemas.openxmlformats.org/officeDocument/2006/relationships/presProps" Target="/ppt/presProps.xml" Id="R3ca1382ab41a4536" /><Relationship Type="http://schemas.openxmlformats.org/officeDocument/2006/relationships/tableStyles" Target="/ppt/tableStyles.xml" Id="R2585190add604214" /><Relationship Type="http://schemas.openxmlformats.org/officeDocument/2006/relationships/slide" Target="/ppt/slides/slide1.xml" Id="Re7b50ee184784cca" /><Relationship Type="http://schemas.openxmlformats.org/officeDocument/2006/relationships/slide" Target="/ppt/slides/slide2.xml" Id="R846e4bf1766740e1" /><Relationship Type="http://schemas.openxmlformats.org/officeDocument/2006/relationships/slide" Target="/ppt/slides/slide3.xml" Id="Rf9bba9bc6a804f39" /><Relationship Type="http://schemas.openxmlformats.org/officeDocument/2006/relationships/slide" Target="/ppt/slides/slide4.xml" Id="R9cb1c34621654bba" /><Relationship Type="http://schemas.openxmlformats.org/officeDocument/2006/relationships/slide" Target="/ppt/slides/slide5.xml" Id="R92f05c856edd4783" /><Relationship Type="http://schemas.openxmlformats.org/officeDocument/2006/relationships/slide" Target="/ppt/slides/slide6.xml" Id="R7dfb9f2ad7894abc" /><Relationship Type="http://schemas.openxmlformats.org/officeDocument/2006/relationships/slide" Target="/ppt/slides/slide7.xml" Id="R2d724e07951b43ff" /><Relationship Type="http://schemas.openxmlformats.org/officeDocument/2006/relationships/slide" Target="/ppt/slides/slide8.xml" Id="Rc8f4ae59f21a40ab" /><Relationship Type="http://schemas.openxmlformats.org/officeDocument/2006/relationships/slide" Target="/ppt/slides/slide9.xml" Id="R03e817372be64c1e" /><Relationship Type="http://schemas.openxmlformats.org/officeDocument/2006/relationships/slide" Target="/ppt/slides/slide10.xml" Id="Ra4c6463be3134db8" /><Relationship Type="http://schemas.openxmlformats.org/officeDocument/2006/relationships/slide" Target="/ppt/slides/slide11.xml" Id="Ra4d39fdb682949fe" /><Relationship Type="http://schemas.openxmlformats.org/officeDocument/2006/relationships/slide" Target="/ppt/slides/slide12.xml" Id="Rbd02e1c65abd437f" /><Relationship Type="http://schemas.openxmlformats.org/officeDocument/2006/relationships/slide" Target="/ppt/slides/slide13.xml" Id="R321f37c4428b453b" /><Relationship Type="http://schemas.openxmlformats.org/officeDocument/2006/relationships/slide" Target="/ppt/slides/slide14.xml" Id="Rf978e40ca0c844c1" /><Relationship Type="http://schemas.openxmlformats.org/officeDocument/2006/relationships/slide" Target="/ppt/slides/slide15.xml" Id="Re5dd76380105494f" /><Relationship Type="http://schemas.openxmlformats.org/officeDocument/2006/relationships/slide" Target="/ppt/slides/slide16.xml" Id="R840855b3071249c7" /><Relationship Type="http://schemas.openxmlformats.org/officeDocument/2006/relationships/slide" Target="/ppt/slides/slide17.xml" Id="Rfa76a326e43940ab" /><Relationship Type="http://schemas.openxmlformats.org/officeDocument/2006/relationships/slide" Target="/ppt/slides/slide18.xml" Id="R8af34db0761a4ac1" /><Relationship Type="http://schemas.openxmlformats.org/officeDocument/2006/relationships/slide" Target="/ppt/slides/slide19.xml" Id="Rd979764dfec043d6" /><Relationship Type="http://schemas.openxmlformats.org/officeDocument/2006/relationships/slide" Target="/ppt/slides/slide20.xml" Id="Rd41c6a4c3488496c" /><Relationship Type="http://schemas.openxmlformats.org/officeDocument/2006/relationships/slide" Target="/ppt/slides/slide21.xml" Id="R9b559e6541e74f78" /><Relationship Type="http://schemas.openxmlformats.org/officeDocument/2006/relationships/slide" Target="/ppt/slides/slide22.xml" Id="Rebba7b160fbd4e60" /><Relationship Type="http://schemas.openxmlformats.org/officeDocument/2006/relationships/slide" Target="/ppt/slides/slide23.xml" Id="Rb8904956cd304b7b" /><Relationship Type="http://schemas.openxmlformats.org/officeDocument/2006/relationships/slide" Target="/ppt/slides/slide24.xml" Id="R762d4878aad44a31" /><Relationship Type="http://schemas.openxmlformats.org/officeDocument/2006/relationships/slide" Target="/ppt/slides/slide25.xml" Id="Refecc26cec7d46ad" /><Relationship Type="http://schemas.openxmlformats.org/officeDocument/2006/relationships/slide" Target="/ppt/slides/slide26.xml" Id="Rde980e5b0bba441b" /><Relationship Type="http://schemas.openxmlformats.org/officeDocument/2006/relationships/slide" Target="/ppt/slides/slide27.xml" Id="R9b57326f91924c08" /><Relationship Type="http://schemas.openxmlformats.org/officeDocument/2006/relationships/slide" Target="/ppt/slides/slide28.xml" Id="R6096e3ee948d4102" /><Relationship Type="http://schemas.openxmlformats.org/officeDocument/2006/relationships/slide" Target="/ppt/slides/slide29.xml" Id="R12b0fc46d0964e07" /><Relationship Type="http://schemas.openxmlformats.org/officeDocument/2006/relationships/slide" Target="/ppt/slides/slide30.xml" Id="R5cfe8a94ca2047da" /><Relationship Type="http://schemas.openxmlformats.org/officeDocument/2006/relationships/slide" Target="/ppt/slides/slide31.xml" Id="R34853435adb64ef0" /><Relationship Type="http://schemas.openxmlformats.org/officeDocument/2006/relationships/slide" Target="/ppt/slides/slide32.xml" Id="R3cce8e9fc8644166" /><Relationship Type="http://schemas.openxmlformats.org/officeDocument/2006/relationships/slide" Target="/ppt/slides/slide33.xml" Id="R278404e2e09540b2" /><Relationship Type="http://schemas.openxmlformats.org/officeDocument/2006/relationships/slide" Target="/ppt/slides/slide34.xml" Id="R183bfd4f27b144a8" /><Relationship Type="http://schemas.openxmlformats.org/officeDocument/2006/relationships/slide" Target="/ppt/slides/slide35.xml" Id="Rf563de1937654739" /><Relationship Type="http://schemas.openxmlformats.org/officeDocument/2006/relationships/slide" Target="/ppt/slides/slide36.xml" Id="R3b89ec0e8fda4184" /><Relationship Type="http://schemas.openxmlformats.org/officeDocument/2006/relationships/slide" Target="/ppt/slides/slide37.xml" Id="Rc2b92244b12d4c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89d34a8e1149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8d8191603a4db9" /><Relationship Type="http://schemas.openxmlformats.org/officeDocument/2006/relationships/notesMaster" Target="/ppt/notesMasters/notesMaster1.xml" Id="R636168a45f314c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02382492634c4c" /><Relationship Type="http://schemas.openxmlformats.org/officeDocument/2006/relationships/notesMaster" Target="/ppt/notesMasters/notesMaster1.xml" Id="Reae7dbb3eea243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276ef81e724630" /><Relationship Type="http://schemas.openxmlformats.org/officeDocument/2006/relationships/notesMaster" Target="/ppt/notesMasters/notesMaster1.xml" Id="R586c2758d84b47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9f561d379a4a19" /><Relationship Type="http://schemas.openxmlformats.org/officeDocument/2006/relationships/notesMaster" Target="/ppt/notesMasters/notesMaster1.xml" Id="R0ae5e26c5dd448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fe41b0946e490c" /><Relationship Type="http://schemas.openxmlformats.org/officeDocument/2006/relationships/notesMaster" Target="/ppt/notesMasters/notesMaster1.xml" Id="R905d46283fc843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133712dfcb4e92" /><Relationship Type="http://schemas.openxmlformats.org/officeDocument/2006/relationships/notesMaster" Target="/ppt/notesMasters/notesMaster1.xml" Id="R240c6397f95640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65b6a514b64102" /><Relationship Type="http://schemas.openxmlformats.org/officeDocument/2006/relationships/notesMaster" Target="/ppt/notesMasters/notesMaster1.xml" Id="R24465e6547184f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5972b1f995466f" /><Relationship Type="http://schemas.openxmlformats.org/officeDocument/2006/relationships/notesMaster" Target="/ppt/notesMasters/notesMaster1.xml" Id="R40fa8e7cf4f748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be43f86ce744a2" /><Relationship Type="http://schemas.openxmlformats.org/officeDocument/2006/relationships/notesMaster" Target="/ppt/notesMasters/notesMaster1.xml" Id="R5cd04a2f95204a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bffe2a2ecb414d" /><Relationship Type="http://schemas.openxmlformats.org/officeDocument/2006/relationships/notesMaster" Target="/ppt/notesMasters/notesMaster1.xml" Id="Raed91f82d3604c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07c2191cac4a33" /><Relationship Type="http://schemas.openxmlformats.org/officeDocument/2006/relationships/notesMaster" Target="/ppt/notesMasters/notesMaster1.xml" Id="R6a8d3430054848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d6722815044521" /><Relationship Type="http://schemas.openxmlformats.org/officeDocument/2006/relationships/notesMaster" Target="/ppt/notesMasters/notesMaster1.xml" Id="Rfa85da56547c44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4761abfbf24360" /><Relationship Type="http://schemas.openxmlformats.org/officeDocument/2006/relationships/notesMaster" Target="/ppt/notesMasters/notesMaster1.xml" Id="Ra612703d982d49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04f074144a4b93" /><Relationship Type="http://schemas.openxmlformats.org/officeDocument/2006/relationships/notesMaster" Target="/ppt/notesMasters/notesMaster1.xml" Id="R2f08d976a61842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07c58085b60437e" /><Relationship Type="http://schemas.openxmlformats.org/officeDocument/2006/relationships/notesMaster" Target="/ppt/notesMasters/notesMaster1.xml" Id="Recd5c19f32294c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eaef4e1fa24934" /><Relationship Type="http://schemas.openxmlformats.org/officeDocument/2006/relationships/notesMaster" Target="/ppt/notesMasters/notesMaster1.xml" Id="Re7e25f6c4ea043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c85a4ad02f4475" /><Relationship Type="http://schemas.openxmlformats.org/officeDocument/2006/relationships/notesMaster" Target="/ppt/notesMasters/notesMaster1.xml" Id="Rcd2a192bdfb34e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905fc889754a57" /><Relationship Type="http://schemas.openxmlformats.org/officeDocument/2006/relationships/notesMaster" Target="/ppt/notesMasters/notesMaster1.xml" Id="R0c90d476d2ab49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39b41f88b94d0c" /><Relationship Type="http://schemas.openxmlformats.org/officeDocument/2006/relationships/notesMaster" Target="/ppt/notesMasters/notesMaster1.xml" Id="R9eb2348f943f43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ab85a8a28e4f0a" /><Relationship Type="http://schemas.openxmlformats.org/officeDocument/2006/relationships/notesMaster" Target="/ppt/notesMasters/notesMaster1.xml" Id="Rec7c12096bdf48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3ebab053282432d" /><Relationship Type="http://schemas.openxmlformats.org/officeDocument/2006/relationships/notesMaster" Target="/ppt/notesMasters/notesMaster1.xml" Id="R574d8169c81142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1649fc701a43e1" /><Relationship Type="http://schemas.openxmlformats.org/officeDocument/2006/relationships/notesMaster" Target="/ppt/notesMasters/notesMaster1.xml" Id="Rd24d9e5d2ed74b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777e862b3f4002" /><Relationship Type="http://schemas.openxmlformats.org/officeDocument/2006/relationships/notesMaster" Target="/ppt/notesMasters/notesMaster1.xml" Id="R7b275b55c22b47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4caab8e4cea4211" /><Relationship Type="http://schemas.openxmlformats.org/officeDocument/2006/relationships/notesMaster" Target="/ppt/notesMasters/notesMaster1.xml" Id="R33005cacc685424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9fddc103e704f56" /><Relationship Type="http://schemas.openxmlformats.org/officeDocument/2006/relationships/notesMaster" Target="/ppt/notesMasters/notesMaster1.xml" Id="R57065e4ef4174e2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e9718151b2e46cd" /><Relationship Type="http://schemas.openxmlformats.org/officeDocument/2006/relationships/notesMaster" Target="/ppt/notesMasters/notesMaster1.xml" Id="Rd7535860788145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bd54da6eb264201" /><Relationship Type="http://schemas.openxmlformats.org/officeDocument/2006/relationships/notesMaster" Target="/ppt/notesMasters/notesMaster1.xml" Id="R5aeb91c8d7d041c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5c54daf64ea472b" /><Relationship Type="http://schemas.openxmlformats.org/officeDocument/2006/relationships/notesMaster" Target="/ppt/notesMasters/notesMaster1.xml" Id="R3a36bb63646a41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9412276867e4479" /><Relationship Type="http://schemas.openxmlformats.org/officeDocument/2006/relationships/notesMaster" Target="/ppt/notesMasters/notesMaster1.xml" Id="Ra884f80b164b479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a45cd03ef9441e4" /><Relationship Type="http://schemas.openxmlformats.org/officeDocument/2006/relationships/notesMaster" Target="/ppt/notesMasters/notesMaster1.xml" Id="R8f7d7c715f7a4a8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c81e18a9fc4731" /><Relationship Type="http://schemas.openxmlformats.org/officeDocument/2006/relationships/notesMaster" Target="/ppt/notesMasters/notesMaster1.xml" Id="Ra97f007d562247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f4cd533cd4c48e5" /><Relationship Type="http://schemas.openxmlformats.org/officeDocument/2006/relationships/notesMaster" Target="/ppt/notesMasters/notesMaster1.xml" Id="R52dc2525d318466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52dcf0c2090429d" /><Relationship Type="http://schemas.openxmlformats.org/officeDocument/2006/relationships/notesMaster" Target="/ppt/notesMasters/notesMaster1.xml" Id="Raa74fb08610b4bc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28c89165a8440e3" /><Relationship Type="http://schemas.openxmlformats.org/officeDocument/2006/relationships/notesMaster" Target="/ppt/notesMasters/notesMaster1.xml" Id="Rd9404db614f141e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fdd04d434d84a48" /><Relationship Type="http://schemas.openxmlformats.org/officeDocument/2006/relationships/notesMaster" Target="/ppt/notesMasters/notesMaster1.xml" Id="Re1cc695761ff41c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1dbe75054034043" /><Relationship Type="http://schemas.openxmlformats.org/officeDocument/2006/relationships/notesMaster" Target="/ppt/notesMasters/notesMaster1.xml" Id="Rb0a5a6b025c0421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ca5dca8ca5d4331" /><Relationship Type="http://schemas.openxmlformats.org/officeDocument/2006/relationships/notesMaster" Target="/ppt/notesMasters/notesMaster1.xml" Id="Rebc72bb570934c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Papers\Dissertation\Defense\deck_builder\deck_assets\figs\FStar10.png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Papers\Dissertation\Defense\deck_builder\deck_assets\figs\testJigs_knee.png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Papers\Dissertation\Defense\deck_builder\deck_assets\figs\b_flxpin_preopt.png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Left is a training test, right a validation test. The adopted full two-bracket model reduces mean RMSE from 8.656 to 1.624 N·m for training and 7.588 to 1.490 N·m for validation. RMSE means root-mean-square error. Figure traces illustrate the pattern; they do not replace per-test statistics. The historical 48.0 cm label in the source panel differs from the 48.5 cm reporting convention in the current table and must be explained if asked.</a:t>
            </a:r>
          </a:p>
          <a:p xmlns:a="http://schemas.openxmlformats.org/drawingml/2006/main">
            <a:r>
              <a:t/>
            </a:r>
          </a:p>
          <a:p xmlns:a="http://schemas.openxmlformats.org/drawingml/2006/main">
            <a:r>
              <a:t>Sources: Revision C · Ch. 4, Fig. FlxPin_optimized; Table FlxPinGof</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Papers\Dissertation\Defense\deck_builder\deck_assets\figs\b_flxgrp_trim.png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Cam route, panel A; assembled hardware photograph</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Papers\Dissertation\Notes\advisor_revision_20261022\Revision_C\figs\30-torque\extensor_cam_route.pdf</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Papers\Dissertation\Notes\advisor_revision_20261022\Revision_C\figs\30-torque\extensor_20mm_physical.png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study · Fig. Flx20mm; final MATLAB reduction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Papers\Dissertation\Notes\advisor_revision_20261022\Revision_C\figs\50-database\sadb_clusters_app.png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Papers\Dissertation\Notes\advisor_revision_20261022\Revision_C\figs\50-database\sadb_pivot_app.png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These phase-1 angle traces are historical, suspended evidence.</a:t>
            </a:r>
          </a:p>
          <a:p xmlns:a="http://schemas.openxmlformats.org/drawingml/2006/main">
            <a:r>
              <a:t/>
            </a:r>
          </a:p>
          <a:p xmlns:a="http://schemas.openxmlformats.org/drawingml/2006/main">
            <a:r>
              <a:t>Sources: Revision C · Ch. 6, The AnimatLab Bipedal Walker; Li (2017), Deng (2019), Bolen (2021)</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Papers\Dissertation\Defense\deck_builder\deck_assets\figs\c_animatlab_body_gui.png</a:t>
            </a:r>
          </a:p>
          <a:p xmlns:a="http://schemas.openxmlformats.org/drawingml/2006/main">
            <a:r>
              <a:t>D:\Github\Bipedal_Robot\Documentation\Reports and Papers\Dissertation\Defense\deck_builder\deck_assets\figs\c_animatlab_phase1_joint_angles.png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Papers\Dissertation\Defense\deck_builder\deck_assets\figs\c_simulink_sns_library_grid.png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Papers\Dissertation\Notes\advisor_revision_20261022\Revision_C\figs\60-sns\KneeReflex_circuit.pdf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Papers\Dissertation\Notes\advisor_revision_20261022\Revision_C\figs\60-sns\pipeline.pdf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Papers\Dissertation\Defense\deck_builder\deck_assets\eqs\force.png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Papers\Dissertation\Defense\deck_builder\deck_assets\figs\b_ext10mm_trim.png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Papers\Dissertation\Notes\advisor_revision_20261022\Revision_C\figs\30-torque\pulley_margin_resolved.pdf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Papers\Dissertation\Defense\deck_builder\deck_assets\figs\c_bpa_nonspiking_joints.png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Papers\Dissertation\Defense\deck_builder\deck_assets\figs\c_simulink_knee_spiking_twin.png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2ac7c57bf64e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c853039c274d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89bd0470ba4a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557ffa728846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60a083e82246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da4922ed7142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9C3E81-6AFA-4AE1-873B-66ACA8B783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770D16-B9AA-49F0-B823-B7E71EDD3D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44A3B8-9321-4766-AAA6-10DF4EFDD7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4460CB-1975-4D2A-9E27-1EFFB4D207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9ABC08-0C3A-463C-AA70-E1C8A9F3DA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63169A-AE02-4380-B303-5EF3B0A5BA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6BF2A8-38BC-4E17-A8AF-97A9A6E35D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E7675E-9BE3-44C4-8428-B2FFD6586E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775F95-DB33-44E1-93E4-3AA7649429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4DC8D1-5408-43D1-B7A7-EA93093CEA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545190ae784f33" /><Relationship Type="http://schemas.openxmlformats.org/officeDocument/2006/relationships/slideLayout" Target="/ppt/slideLayouts/slideLayout1.xml" Id="R17f0dc43b55c433c" /><Relationship Type="http://schemas.openxmlformats.org/officeDocument/2006/relationships/slideLayout" Target="/ppt/slideLayouts/slideLayout2.xml" Id="Rbf16974d8fc54c04" /><Relationship Type="http://schemas.openxmlformats.org/officeDocument/2006/relationships/slideLayout" Target="/ppt/slideLayouts/slideLayout3.xml" Id="Rb5274a14e6ab453a" /><Relationship Type="http://schemas.openxmlformats.org/officeDocument/2006/relationships/slideLayout" Target="/ppt/slideLayouts/slideLayout4.xml" Id="Rb002428474484c97" /><Relationship Type="http://schemas.openxmlformats.org/officeDocument/2006/relationships/slideLayout" Target="/ppt/slideLayouts/slideLayout5.xml" Id="Ra25dddae9d2b46fc" /><Relationship Type="http://schemas.openxmlformats.org/officeDocument/2006/relationships/slideLayout" Target="/ppt/slideLayouts/slideLayout6.xml" Id="Ra51ee454d0fb46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f0dc43b55c433c"/>
    <p:sldLayoutId xmlns:r="http://schemas.openxmlformats.org/officeDocument/2006/relationships" id="2147483650" r:id="Rbf16974d8fc54c04"/>
    <p:sldLayoutId xmlns:r="http://schemas.openxmlformats.org/officeDocument/2006/relationships" id="2147483651" r:id="Rb5274a14e6ab453a"/>
    <p:sldLayoutId xmlns:r="http://schemas.openxmlformats.org/officeDocument/2006/relationships" id="2147483652" r:id="Rb002428474484c97"/>
    <p:sldLayoutId xmlns:r="http://schemas.openxmlformats.org/officeDocument/2006/relationships" id="2147483653" r:id="Ra25dddae9d2b46fc"/>
    <p:sldLayoutId xmlns:r="http://schemas.openxmlformats.org/officeDocument/2006/relationships" id="2147483654" r:id="Ra51ee454d0fb46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ec6aa55d244e3e" /><Relationship Type="http://schemas.openxmlformats.org/officeDocument/2006/relationships/image" Target="/ppt/media/image.png" Id="Ra671acc3b50e45b5" /><Relationship Type="http://schemas.openxmlformats.org/officeDocument/2006/relationships/notesSlide" Target="/ppt/notesSlides/notesSlide1.xml" Id="R56cdf2a1b44645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5d0ef7d93c4b38" /><Relationship Type="http://schemas.openxmlformats.org/officeDocument/2006/relationships/notesSlide" Target="/ppt/notesSlides/notesSlide2.xml" Id="R0922f741402247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8c5e0d800b44ff" /><Relationship Type="http://schemas.openxmlformats.org/officeDocument/2006/relationships/image" Target="/ppt/media/image2.png" Id="Ref40db7a3a2a4f43" /><Relationship Type="http://schemas.openxmlformats.org/officeDocument/2006/relationships/image" Target="/ppt/media/image3.png" Id="R830c7c64a1744b47" /><Relationship Type="http://schemas.openxmlformats.org/officeDocument/2006/relationships/notesSlide" Target="/ppt/notesSlides/notesSlide3.xml" Id="R9f2bf716307646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aa11a0415d44f3" /><Relationship Type="http://schemas.openxmlformats.org/officeDocument/2006/relationships/image" Target="/ppt/media/image4.png" Id="Rbc6685128cc84277" /><Relationship Type="http://schemas.openxmlformats.org/officeDocument/2006/relationships/notesSlide" Target="/ppt/notesSlides/notesSlide4.xml" Id="Rfd33a9f7935d4a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9f7d9b60aa4751" /><Relationship Type="http://schemas.openxmlformats.org/officeDocument/2006/relationships/image" Target="/ppt/media/image5.png" Id="Recb1ec9c0c534059" /><Relationship Type="http://schemas.openxmlformats.org/officeDocument/2006/relationships/image" Target="/ppt/media/image6.png" Id="R66fd65c9d08e4310" /><Relationship Type="http://schemas.openxmlformats.org/officeDocument/2006/relationships/notesSlide" Target="/ppt/notesSlides/notesSlide5.xml" Id="Rf361dbc83d4d41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68ced0e4894317" /><Relationship Type="http://schemas.openxmlformats.org/officeDocument/2006/relationships/chart" Target="/ppt/slides/charts/chart1.xml" Id="R7d624b33d3f24143" /><Relationship Type="http://schemas.openxmlformats.org/officeDocument/2006/relationships/notesSlide" Target="/ppt/notesSlides/notesSlide6.xml" Id="R49d14b4fe2e94b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aa985abb314034" /><Relationship Type="http://schemas.openxmlformats.org/officeDocument/2006/relationships/image" Target="/ppt/media/image7.png" Id="Re9af207510644313" /><Relationship Type="http://schemas.openxmlformats.org/officeDocument/2006/relationships/image" Target="/ppt/media/image8.png" Id="R02d6ed449e214d3d" /><Relationship Type="http://schemas.openxmlformats.org/officeDocument/2006/relationships/notesSlide" Target="/ppt/notesSlides/notesSlide7.xml" Id="Reebfdd5f85fb43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de90abbee74bb0" /><Relationship Type="http://schemas.openxmlformats.org/officeDocument/2006/relationships/image" Target="/ppt/media/image9.png" Id="R834dab3fa8454b21" /><Relationship Type="http://schemas.openxmlformats.org/officeDocument/2006/relationships/notesSlide" Target="/ppt/notesSlides/notesSlide8.xml" Id="Rfac7e2d913d644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82436c8d414476" /><Relationship Type="http://schemas.openxmlformats.org/officeDocument/2006/relationships/image" Target="/ppt/media/image10.png" Id="R366848582b26451d" /><Relationship Type="http://schemas.openxmlformats.org/officeDocument/2006/relationships/notesSlide" Target="/ppt/notesSlides/notesSlide9.xml" Id="R42778e6886614d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d878607e004a50" /><Relationship Type="http://schemas.openxmlformats.org/officeDocument/2006/relationships/image" Target="/ppt/media/image11.png" Id="R934f30df4e89461e" /><Relationship Type="http://schemas.openxmlformats.org/officeDocument/2006/relationships/notesSlide" Target="/ppt/notesSlides/notesSlide10.xml" Id="Reb8563834f3042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0317000f1b4632" /><Relationship Type="http://schemas.openxmlformats.org/officeDocument/2006/relationships/image" Target="/ppt/media/image12.png" Id="Re09213a013654697" /><Relationship Type="http://schemas.openxmlformats.org/officeDocument/2006/relationships/notesSlide" Target="/ppt/notesSlides/notesSlide11.xml" Id="Re720ed4d81b941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30306c7308a44f3" /><Relationship Type="http://schemas.openxmlformats.org/officeDocument/2006/relationships/notesSlide" Target="/ppt/notesSlides/notesSlide12.xml" Id="R65a27a67ec354c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2726faa09f74f12" /><Relationship Type="http://schemas.openxmlformats.org/officeDocument/2006/relationships/image" Target="/ppt/media/image13.png" Id="Re87640a848ae4179" /><Relationship Type="http://schemas.openxmlformats.org/officeDocument/2006/relationships/notesSlide" Target="/ppt/notesSlides/notesSlide13.xml" Id="Rc21ea62e708544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2ae9a276990400e" /><Relationship Type="http://schemas.openxmlformats.org/officeDocument/2006/relationships/notesSlide" Target="/ppt/notesSlides/notesSlide14.xml" Id="Rfd9a2c169ccb43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937bbd212f54c93" /><Relationship Type="http://schemas.openxmlformats.org/officeDocument/2006/relationships/image" Target="/ppt/media/image14.png" Id="R99219cb181f5437b" /><Relationship Type="http://schemas.openxmlformats.org/officeDocument/2006/relationships/notesSlide" Target="/ppt/notesSlides/notesSlide15.xml" Id="Rd5143217e6bb42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e8f8c2002ac41f8" /><Relationship Type="http://schemas.openxmlformats.org/officeDocument/2006/relationships/image" Target="/ppt/media/image15.png" Id="R6d369e6eb9564b3e" /><Relationship Type="http://schemas.openxmlformats.org/officeDocument/2006/relationships/image" Target="/ppt/media/image16.png" Id="R788ee06e22204fab" /><Relationship Type="http://schemas.openxmlformats.org/officeDocument/2006/relationships/notesSlide" Target="/ppt/notesSlides/notesSlide16.xml" Id="Rd41d6ac620f440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db3dca968c1448b" /><Relationship Type="http://schemas.openxmlformats.org/officeDocument/2006/relationships/image" Target="/ppt/media/image17.png" Id="R46248d2a1b594a32" /><Relationship Type="http://schemas.openxmlformats.org/officeDocument/2006/relationships/notesSlide" Target="/ppt/notesSlides/notesSlide17.xml" Id="R4388c4cf461e46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7e18bba1031412d" /><Relationship Type="http://schemas.openxmlformats.org/officeDocument/2006/relationships/image" Target="/ppt/media/image18.png" Id="Rd0592c07230c4d61" /><Relationship Type="http://schemas.openxmlformats.org/officeDocument/2006/relationships/notesSlide" Target="/ppt/notesSlides/notesSlide18.xml" Id="Rcff1f6a4774a42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0c304a166524f7b" /><Relationship Type="http://schemas.openxmlformats.org/officeDocument/2006/relationships/image" Target="/ppt/media/image19.png" Id="Rb0a05a6685e84d69" /><Relationship Type="http://schemas.openxmlformats.org/officeDocument/2006/relationships/notesSlide" Target="/ppt/notesSlides/notesSlide19.xml" Id="Rb7a3b2d7027744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1ececfba1d045ee" /><Relationship Type="http://schemas.openxmlformats.org/officeDocument/2006/relationships/image" Target="/ppt/media/image20.png" Id="R7e5565dd6a154ecf" /><Relationship Type="http://schemas.openxmlformats.org/officeDocument/2006/relationships/notesSlide" Target="/ppt/notesSlides/notesSlide20.xml" Id="R80ff5db2a7b249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daa22c2affa4f4a" /><Relationship Type="http://schemas.openxmlformats.org/officeDocument/2006/relationships/image" Target="/ppt/media/image21.png" Id="R680733141ca04c83" /><Relationship Type="http://schemas.openxmlformats.org/officeDocument/2006/relationships/notesSlide" Target="/ppt/notesSlides/notesSlide21.xml" Id="Rb1bca370b1164e3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2e0cab514354ec9" /><Relationship Type="http://schemas.openxmlformats.org/officeDocument/2006/relationships/image" Target="/ppt/media/image22.png" Id="R8193d820efc94c55" /><Relationship Type="http://schemas.openxmlformats.org/officeDocument/2006/relationships/notesSlide" Target="/ppt/notesSlides/notesSlide22.xml" Id="R6034e4d560c14e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8c14d9d341a4ab7" /><Relationship Type="http://schemas.openxmlformats.org/officeDocument/2006/relationships/image" Target="/ppt/media/image23.png" Id="R4caad3ce54fe49d1" /><Relationship Type="http://schemas.openxmlformats.org/officeDocument/2006/relationships/image" Target="/ppt/media/image24.png" Id="Rcaefca441bf34031" /><Relationship Type="http://schemas.openxmlformats.org/officeDocument/2006/relationships/notesSlide" Target="/ppt/notesSlides/notesSlide23.xml" Id="R757790a5fcf148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03cdff5863d4cc8" /><Relationship Type="http://schemas.openxmlformats.org/officeDocument/2006/relationships/notesSlide" Target="/ppt/notesSlides/notesSlide24.xml" Id="Rc4e0cf1184c447d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7dd6ebbbbe542fe" /><Relationship Type="http://schemas.openxmlformats.org/officeDocument/2006/relationships/image" Target="/ppt/media/image25.png" Id="R3d2b9850c64a4513" /><Relationship Type="http://schemas.openxmlformats.org/officeDocument/2006/relationships/image" Target="/ppt/media/image26.png" Id="Ra3d6f1d60a904509" /><Relationship Type="http://schemas.openxmlformats.org/officeDocument/2006/relationships/notesSlide" Target="/ppt/notesSlides/notesSlide25.xml" Id="R4f7fd75c482643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c7211116455437d" /><Relationship Type="http://schemas.openxmlformats.org/officeDocument/2006/relationships/image" Target="/ppt/media/image27.png" Id="Rb545add450b34930" /><Relationship Type="http://schemas.openxmlformats.org/officeDocument/2006/relationships/notesSlide" Target="/ppt/notesSlides/notesSlide26.xml" Id="R7a41cc3d42234b4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09c2d0b9ec549c8" /><Relationship Type="http://schemas.openxmlformats.org/officeDocument/2006/relationships/image" Target="/ppt/media/image28.png" Id="Rc3926f769eb843b1" /><Relationship Type="http://schemas.openxmlformats.org/officeDocument/2006/relationships/notesSlide" Target="/ppt/notesSlides/notesSlide27.xml" Id="Rc6789c02a6364b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8d624a550854fdc" /><Relationship Type="http://schemas.openxmlformats.org/officeDocument/2006/relationships/notesSlide" Target="/ppt/notesSlides/notesSlide28.xml" Id="Rb64ca5cf494147c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af7bffd93cf4a12" /><Relationship Type="http://schemas.openxmlformats.org/officeDocument/2006/relationships/notesSlide" Target="/ppt/notesSlides/notesSlide29.xml" Id="Rb10f8d491629403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4113cf3ed3b491c" /><Relationship Type="http://schemas.openxmlformats.org/officeDocument/2006/relationships/image" Target="/ppt/media/image29.png" Id="Ra34567ede9d24eff" /><Relationship Type="http://schemas.openxmlformats.org/officeDocument/2006/relationships/notesSlide" Target="/ppt/notesSlides/notesSlide30.xml" Id="R44ca79855763428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f5f4f1f954c42e4" /><Relationship Type="http://schemas.openxmlformats.org/officeDocument/2006/relationships/notesSlide" Target="/ppt/notesSlides/notesSlide31.xml" Id="R571a88b9216047e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5c57537ed8542e4" /><Relationship Type="http://schemas.openxmlformats.org/officeDocument/2006/relationships/image" Target="/ppt/media/image30.png" Id="Rd0d081febd584ddd" /><Relationship Type="http://schemas.openxmlformats.org/officeDocument/2006/relationships/notesSlide" Target="/ppt/notesSlides/notesSlide32.xml" Id="R1851c403b51c482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d7d5d79945845bc" /><Relationship Type="http://schemas.openxmlformats.org/officeDocument/2006/relationships/image" Target="/ppt/media/image31.png" Id="Rc37199931b30487f" /><Relationship Type="http://schemas.openxmlformats.org/officeDocument/2006/relationships/notesSlide" Target="/ppt/notesSlides/notesSlide33.xml" Id="Rf2733fdff2f445c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d7771141c8d4027" /><Relationship Type="http://schemas.openxmlformats.org/officeDocument/2006/relationships/image" Target="/ppt/media/image32.png" Id="Ra6b9edb9240840e8" /><Relationship Type="http://schemas.openxmlformats.org/officeDocument/2006/relationships/notesSlide" Target="/ppt/notesSlides/notesSlide34.xml" Id="R1a7b8d2c96104da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ef9666cf1d942cc" /><Relationship Type="http://schemas.openxmlformats.org/officeDocument/2006/relationships/image" Target="/ppt/media/image33.png" Id="R797c1f09d2884357" /><Relationship Type="http://schemas.openxmlformats.org/officeDocument/2006/relationships/notesSlide" Target="/ppt/notesSlides/notesSlide35.xml" Id="Rdc2125ec2057400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a7bd3ab1a814f8b" /><Relationship Type="http://schemas.openxmlformats.org/officeDocument/2006/relationships/image" Target="/ppt/media/image34.png" Id="Rf5d2f8fc4af74590" /><Relationship Type="http://schemas.openxmlformats.org/officeDocument/2006/relationships/notesSlide" Target="/ppt/notesSlides/notesSlide36.xml" Id="Rff9c0a27941a467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14aec7c706a48bc" /><Relationship Type="http://schemas.openxmlformats.org/officeDocument/2006/relationships/image" Target="/ppt/media/image35.png" Id="R1de70f63120a4002" /><Relationship Type="http://schemas.openxmlformats.org/officeDocument/2006/relationships/notesSlide" Target="/ppt/notesSlides/notesSlide37.xml" Id="R2228b1f7fc3044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txPr>
            <a:bodyPr xmlns:a="http://schemas.openxmlformats.org/drawingml/2006/main" anchorCtr="1"/>
            <a:lstStyle xmlns:a="http://schemas.openxmlformats.org/drawingml/2006/main"/>
            <a:p xmlns:a="http://schemas.openxmlformats.org/drawingml/2006/main">
              <a:pPr>
                <a:defRPr sz="1875"/>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428A77-4CA6-4E51-AE5F-53DAA2F887B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
            <a:extLst xmlns:a="http://schemas.openxmlformats.org/drawingml/2006/main">
              <a:ext uri="{FF2B5EF4-FFF2-40B4-BE49-F238E27FC236}">
                <a16:creationId xmlns:a16="http://schemas.microsoft.com/office/drawing/2014/main" id="{2ABF0DEB-0AE3-4611-AEA1-55BA09306CA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
            <a:extLst xmlns:a="http://schemas.openxmlformats.org/drawingml/2006/main">
              <a:ext uri="{FF2B5EF4-FFF2-40B4-BE49-F238E27FC236}">
                <a16:creationId xmlns:a16="http://schemas.microsoft.com/office/drawing/2014/main" id="{A2930031-2BEF-4E2F-9699-BE440B7B7CD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4BADAE38-CE06-4341-8093-50B2CF5F9B5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652739D-3C52-4730-BE4A-A56A2EE24F32}"/>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xmlns:a="http://schemas.openxmlformats.org/drawingml/2006/main">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
            <a:extLst xmlns:a="http://schemas.openxmlformats.org/drawingml/2006/main">
              <a:ext uri="{FF2B5EF4-FFF2-40B4-BE49-F238E27FC236}">
                <a16:creationId xmlns:a16="http://schemas.microsoft.com/office/drawing/2014/main" id="{C59A8D3E-7D43-4E65-828B-B6A7F1F6B0B8}"/>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
            <a:extLst xmlns:a="http://schemas.openxmlformats.org/drawingml/2006/main">
              <a:ext uri="{FF2B5EF4-FFF2-40B4-BE49-F238E27FC236}">
                <a16:creationId xmlns:a16="http://schemas.microsoft.com/office/drawing/2014/main" id="{6105F87E-F23F-444A-B695-EB847B604FD9}"/>
              </a:ext>
            </a:extLst>
          </p:cNvPr>
          <p:cNvPicPr>
            <a:picLocks xmlns:a="http://schemas.openxmlformats.org/drawingml/2006/main" noChangeAspect="1"/>
          </p:cNvPicPr>
          <p:nvPr/>
        </p:nvPicPr>
        <p:blipFill>
          <a:blip xmlns:r="http://schemas.openxmlformats.org/officeDocument/2006/relationships" xmlns:a="http://schemas.openxmlformats.org/drawingml/2006/main" r:embed="Ra671acc3b50e45b5"/>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8356009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27EE76-3599-4F58-87ED-34B7EC72AB8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
            <a:extLst xmlns:a="http://schemas.openxmlformats.org/drawingml/2006/main">
              <a:ext uri="{FF2B5EF4-FFF2-40B4-BE49-F238E27FC236}">
                <a16:creationId xmlns:a16="http://schemas.microsoft.com/office/drawing/2014/main" id="{3AF8C585-6436-49D0-AAB1-28D3FD17BAA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A23DA62E-E20D-4737-85BE-491BE2D7293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
            <a:extLst xmlns:a="http://schemas.openxmlformats.org/drawingml/2006/main">
              <a:ext uri="{FF2B5EF4-FFF2-40B4-BE49-F238E27FC236}">
                <a16:creationId xmlns:a16="http://schemas.microsoft.com/office/drawing/2014/main" id="{6979793E-30E2-4036-A76C-54387BE6F9B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02</a:t>
            </a:r>
          </a:p>
        </p:txBody>
      </p:sp>
      <p:graphicFrame>
        <p:nvGraphicFramePr>
          <p:cNvPr id="5" name="">
            <a:extLst xmlns:a="http://schemas.openxmlformats.org/drawingml/2006/main">
              <a:ext uri="{FF2B5EF4-FFF2-40B4-BE49-F238E27FC236}">
                <a16:creationId xmlns:a16="http://schemas.microsoft.com/office/drawing/2014/main" id="{888A0C2D-8196-4DE2-BAB6-CEDE4AFB5F29}"/>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latin typeface="Calibri"/>
                          <a:ea typeface="Calibri"/>
                          <a:cs typeface="Calibri"/>
                        </a:rPr>
                        <a:t>Knowledge gap</a:t>
                      </a:r>
                    </a:p>
                  </a:txBody>
                  <a:tcPr marL="91440" marR="91440" marT="45720" marB="45720">
                    <a:solidFill>
                      <a:srgbClr val="FFFFFF"/>
                    </a:solidFill>
                  </a:tcPr>
                </a:tc>
                <a:tc>
                  <a:txBody>
                    <a:bodyPr/>
                    <a:lstStyle/>
                    <a:p>
                      <a:r>
                        <a:rPr sz="1875" b="1">
                          <a:solidFill>
                            <a:srgbClr val="00796B"/>
                          </a:solidFill>
                          <a:latin typeface="Calibri"/>
                          <a:ea typeface="Calibri"/>
                          <a:cs typeface="Calibri"/>
                        </a:rPr>
                        <a:t>Contribution tested here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Force across actuator lengths</a:t>
                      </a:r>
                    </a:p>
                  </a:txBody>
                  <a:tcPr marL="91440" marR="91440" marT="45720" marB="45720">
                    <a:solidFill>
                      <a:srgbClr val="FFFFFF"/>
                    </a:solidFill>
                  </a:tcPr>
                </a:tc>
                <a:tc>
                  <a:txBody>
                    <a:bodyPr/>
                    <a:lstStyle/>
                    <a:p>
                      <a:r>
                        <a:rPr sz="1875" b="0">
                          <a:solidFill>
                            <a:srgbClr val="222222"/>
                          </a:solidFill>
                          <a:latin typeface="Calibri"/>
                          <a:ea typeface="Calibri"/>
                          <a:cs typeface="Calibri"/>
                        </a:rPr>
                        <a:t>Resting-length-aware force model</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Torque through compliant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Scattered sensory evidence</a:t>
                      </a:r>
                    </a:p>
                  </a:txBody>
                  <a:tcPr marL="91440" marR="91440" marT="45720" marB="45720">
                    <a:solidFill>
                      <a:srgbClr val="FFFFFF"/>
                    </a:solidFill>
                  </a:tcPr>
                </a:tc>
                <a:tc>
                  <a:txBody>
                    <a:bodyPr/>
                    <a:lstStyle/>
                    <a:p>
                      <a:r>
                        <a:rPr sz="1875" b="0">
                          <a:solidFill>
                            <a:srgbClr val="222222"/>
                          </a:solidFill>
                          <a:latin typeface="Calibri"/>
                          <a:ea typeface="Calibri"/>
                          <a:cs typeface="Calibri"/>
                        </a:rPr>
                        <a:t>Linked, searchable SADb resource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Untested model connections</a:t>
                      </a:r>
                    </a:p>
                  </a:txBody>
                  <a:tcPr marL="91440" marR="91440" marT="45720" marB="45720">
                    <a:solidFill>
                      <a:srgbClr val="FFFFFF"/>
                    </a:solidFill>
                  </a:tcPr>
                </a:tc>
                <a:tc>
                  <a:txBody>
                    <a:bodyPr/>
                    <a:lstStyle/>
                    <a:p>
                      <a:r>
                        <a:rPr sz="1875" b="0">
                          <a:solidFill>
                            <a:srgbClr val="222222"/>
                          </a:solidFill>
                          <a:latin typeface="Calibri"/>
                          <a:ea typeface="Calibri"/>
                          <a:cs typeface="Calibri"/>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921082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8A8DA2-32C6-4016-A982-FD7147B68B1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
            <a:extLst xmlns:a="http://schemas.openxmlformats.org/drawingml/2006/main">
              <a:ext uri="{FF2B5EF4-FFF2-40B4-BE49-F238E27FC236}">
                <a16:creationId xmlns:a16="http://schemas.microsoft.com/office/drawing/2014/main" id="{866975D5-F65D-4446-B953-30B442515EF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4719D7E3-D92D-4D65-8AF9-285E11E0A91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ACB8B11F-E06D-4303-A33C-21615A4A42D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03</a:t>
            </a:r>
          </a:p>
        </p:txBody>
      </p:sp>
      <p:pic>
        <p:nvPicPr>
          <p:cNvPr id="5" name="">
            <a:extLst xmlns:a="http://schemas.openxmlformats.org/drawingml/2006/main">
              <a:ext uri="{FF2B5EF4-FFF2-40B4-BE49-F238E27FC236}">
                <a16:creationId xmlns:a16="http://schemas.microsoft.com/office/drawing/2014/main" id="{E9CF06B4-3E47-481E-A6A0-8856A22A5CC2}"/>
              </a:ext>
            </a:extLst>
          </p:cNvPr>
          <p:cNvPicPr>
            <a:picLocks xmlns:a="http://schemas.openxmlformats.org/drawingml/2006/main" noChangeAspect="1"/>
          </p:cNvPicPr>
          <p:nvPr/>
        </p:nvPicPr>
        <p:blipFill>
          <a:blip xmlns:r="http://schemas.openxmlformats.org/officeDocument/2006/relationships" xmlns:a="http://schemas.openxmlformats.org/drawingml/2006/main" r:embed="Ref40db7a3a2a4f43"/>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6FBC22F-5533-4C50-A7E4-3E9524816742}"/>
              </a:ext>
            </a:extLst>
          </p:cNvPr>
          <p:cNvPicPr>
            <a:picLocks xmlns:a="http://schemas.openxmlformats.org/drawingml/2006/main" noChangeAspect="1"/>
          </p:cNvPicPr>
          <p:nvPr/>
        </p:nvPicPr>
        <p:blipFill>
          <a:blip xmlns:r="http://schemas.openxmlformats.org/officeDocument/2006/relationships" xmlns:a="http://schemas.openxmlformats.org/drawingml/2006/main" r:embed="R830c7c64a1744b47"/>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E79C0B9-947E-4B6B-A278-E8B37C21A299}"/>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
            <a:extLst xmlns:a="http://schemas.openxmlformats.org/drawingml/2006/main">
              <a:ext uri="{FF2B5EF4-FFF2-40B4-BE49-F238E27FC236}">
                <a16:creationId xmlns:a16="http://schemas.microsoft.com/office/drawing/2014/main" id="{A3678F3B-E165-44E0-B7BD-27F4D67A1927}"/>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785240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D6D00D-2E9A-4BCF-B516-A414D653029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
            <a:extLst xmlns:a="http://schemas.openxmlformats.org/drawingml/2006/main">
              <a:ext uri="{FF2B5EF4-FFF2-40B4-BE49-F238E27FC236}">
                <a16:creationId xmlns:a16="http://schemas.microsoft.com/office/drawing/2014/main" id="{F74E6848-263A-4FB2-8121-F4B325CF15D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011634C6-4C03-4C96-BCD8-A737C221E88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D74CAE80-39DD-44B9-9227-E390F602ADD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04</a:t>
            </a:r>
          </a:p>
        </p:txBody>
      </p:sp>
      <p:pic>
        <p:nvPicPr>
          <p:cNvPr id="5" name="">
            <a:extLst xmlns:a="http://schemas.openxmlformats.org/drawingml/2006/main">
              <a:ext uri="{FF2B5EF4-FFF2-40B4-BE49-F238E27FC236}">
                <a16:creationId xmlns:a16="http://schemas.microsoft.com/office/drawing/2014/main" id="{67D876F3-AAB1-46E6-90FB-5F4B509E8F9C}"/>
              </a:ext>
            </a:extLst>
          </p:cNvPr>
          <p:cNvPicPr>
            <a:picLocks xmlns:a="http://schemas.openxmlformats.org/drawingml/2006/main" noChangeAspect="1"/>
          </p:cNvPicPr>
          <p:nvPr/>
        </p:nvPicPr>
        <p:blipFill>
          <a:blip xmlns:r="http://schemas.openxmlformats.org/officeDocument/2006/relationships" xmlns:a="http://schemas.openxmlformats.org/drawingml/2006/main" r:embed="Rbc6685128cc84277"/>
          <a:stretch xmlns:a="http://schemas.openxmlformats.org/drawingml/2006/main"/>
        </p:blipFill>
        <p:spPr>
          <a:xfrm xmlns:a="http://schemas.openxmlformats.org/drawingml/2006/main">
            <a:off x="4259036" y="1476375"/>
            <a:ext cx="367392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042C0F3-1000-4654-98F4-A339A385FD7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 mm and 20 mm actuators; 537 observations</a:t>
            </a:r>
          </a:p>
        </p:txBody>
      </p:sp>
    </p:spTree>
    <p:extLst>
      <p:ext uri="{BB962C8B-B14F-4D97-AF65-F5344CB8AC3E}">
        <p14:creationId xmlns:p14="http://schemas.microsoft.com/office/powerpoint/2010/main" val="15591801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6143CE-38A7-4AF7-913B-02D74A4A2AE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CD39B106-E714-46B7-A077-30D8988501C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42B8D5D1-D37C-4DB6-A531-1D8F809D050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
            <a:extLst xmlns:a="http://schemas.openxmlformats.org/drawingml/2006/main">
              <a:ext uri="{FF2B5EF4-FFF2-40B4-BE49-F238E27FC236}">
                <a16:creationId xmlns:a16="http://schemas.microsoft.com/office/drawing/2014/main" id="{C7E2E8C7-C4F2-4726-ADDA-8B5DE55946B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05</a:t>
            </a:r>
          </a:p>
        </p:txBody>
      </p:sp>
      <p:pic>
        <p:nvPicPr>
          <p:cNvPr id="5" name="">
            <a:extLst xmlns:a="http://schemas.openxmlformats.org/drawingml/2006/main">
              <a:ext uri="{FF2B5EF4-FFF2-40B4-BE49-F238E27FC236}">
                <a16:creationId xmlns:a16="http://schemas.microsoft.com/office/drawing/2014/main" id="{4299C6B6-D404-4147-A0C1-BD10DB17F8E0}"/>
              </a:ext>
            </a:extLst>
          </p:cNvPr>
          <p:cNvPicPr>
            <a:picLocks xmlns:a="http://schemas.openxmlformats.org/drawingml/2006/main" noChangeAspect="1"/>
          </p:cNvPicPr>
          <p:nvPr/>
        </p:nvPicPr>
        <p:blipFill>
          <a:blip xmlns:r="http://schemas.openxmlformats.org/officeDocument/2006/relationships" xmlns:a="http://schemas.openxmlformats.org/drawingml/2006/main" r:embed="Recb1ec9c0c534059"/>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71B7545-ABDC-4326-B4A3-5E409B4C65E9}"/>
              </a:ext>
            </a:extLst>
          </p:cNvPr>
          <p:cNvPicPr>
            <a:picLocks xmlns:a="http://schemas.openxmlformats.org/drawingml/2006/main" noChangeAspect="1"/>
          </p:cNvPicPr>
          <p:nvPr/>
        </p:nvPicPr>
        <p:blipFill>
          <a:blip xmlns:r="http://schemas.openxmlformats.org/officeDocument/2006/relationships" xmlns:a="http://schemas.openxmlformats.org/drawingml/2006/main" r:embed="R66fd65c9d08e4310"/>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12634867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007EDB-9139-4A62-996A-CAD23646372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9F3E5E35-A582-4EDB-97BB-4B469107944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5DA01BC5-F4FD-4B30-BE06-624047AF7B7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7A6D4FF1-41F2-4B83-9955-8E6A867FE99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06</a:t>
            </a:r>
          </a:p>
        </p:txBody>
      </p:sp>
      <p:graphicFrame>
        <p:nvGraphicFramePr>
          <p:cNvPr id="5" name="Chart">
            <a:extLst xmlns:a="http://schemas.openxmlformats.org/drawingml/2006/main">
              <a:ext uri="{FF2B5EF4-FFF2-40B4-BE49-F238E27FC236}">
                <a16:creationId xmlns:a16="http://schemas.microsoft.com/office/drawing/2014/main" id="{FDE075A1-67CC-423C-BAEA-70D497CF48AC}"/>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7d624b33d3f24143"/>
          </a:graphicData>
        </a:graphic>
      </p:graphicFrame>
      <p:sp>
        <p:nvSpPr>
          <p:cNvPr id="6" name="">
            <a:extLst xmlns:a="http://schemas.openxmlformats.org/drawingml/2006/main">
              <a:ext uri="{FF2B5EF4-FFF2-40B4-BE49-F238E27FC236}">
                <a16:creationId xmlns:a16="http://schemas.microsoft.com/office/drawing/2014/main" id="{5C7F38D2-E4FB-46A9-B2BB-C251C7391715}"/>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19253203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E49391-C4FD-461D-83A3-091E81FB9D2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
            <a:extLst xmlns:a="http://schemas.openxmlformats.org/drawingml/2006/main">
              <a:ext uri="{FF2B5EF4-FFF2-40B4-BE49-F238E27FC236}">
                <a16:creationId xmlns:a16="http://schemas.microsoft.com/office/drawing/2014/main" id="{326491B5-36EE-4B6B-AA12-95F6E1E0D94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F389A66F-C8E0-4DE0-97D2-210D92FF6E8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56BAC461-8EBA-44DB-AE05-CA54CA3BE6D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07</a:t>
            </a:r>
          </a:p>
        </p:txBody>
      </p:sp>
      <p:pic>
        <p:nvPicPr>
          <p:cNvPr id="5" name="">
            <a:extLst xmlns:a="http://schemas.openxmlformats.org/drawingml/2006/main">
              <a:ext uri="{FF2B5EF4-FFF2-40B4-BE49-F238E27FC236}">
                <a16:creationId xmlns:a16="http://schemas.microsoft.com/office/drawing/2014/main" id="{E5AF8C15-6E3D-4499-B666-F28F30D18FD2}"/>
              </a:ext>
            </a:extLst>
          </p:cNvPr>
          <p:cNvPicPr>
            <a:picLocks xmlns:a="http://schemas.openxmlformats.org/drawingml/2006/main" noChangeAspect="1"/>
          </p:cNvPicPr>
          <p:nvPr/>
        </p:nvPicPr>
        <p:blipFill>
          <a:blip xmlns:r="http://schemas.openxmlformats.org/officeDocument/2006/relationships" xmlns:a="http://schemas.openxmlformats.org/drawingml/2006/main" r:embed="Re9af207510644313"/>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D39FB2B-230C-4CAE-8A55-52BAD26AFAD9}"/>
              </a:ext>
            </a:extLst>
          </p:cNvPr>
          <p:cNvPicPr>
            <a:picLocks xmlns:a="http://schemas.openxmlformats.org/drawingml/2006/main" noChangeAspect="1"/>
          </p:cNvPicPr>
          <p:nvPr/>
        </p:nvPicPr>
        <p:blipFill>
          <a:blip xmlns:r="http://schemas.openxmlformats.org/officeDocument/2006/relationships" xmlns:a="http://schemas.openxmlformats.org/drawingml/2006/main" r:embed="R02d6ed449e214d3d"/>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14845951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66A548-D58C-4A6F-978D-3A9BA9012C5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
            <a:extLst xmlns:a="http://schemas.openxmlformats.org/drawingml/2006/main">
              <a:ext uri="{FF2B5EF4-FFF2-40B4-BE49-F238E27FC236}">
                <a16:creationId xmlns:a16="http://schemas.microsoft.com/office/drawing/2014/main" id="{227AFEA4-DF6D-47FD-B7A4-3A28D66BDC5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3866840C-BCCD-4594-A58B-870806B4A89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28B20150-B296-4EA1-91BD-68B6889E5BC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08</a:t>
            </a:r>
          </a:p>
        </p:txBody>
      </p:sp>
      <p:pic>
        <p:nvPicPr>
          <p:cNvPr id="5" name="">
            <a:extLst xmlns:a="http://schemas.openxmlformats.org/drawingml/2006/main">
              <a:ext uri="{FF2B5EF4-FFF2-40B4-BE49-F238E27FC236}">
                <a16:creationId xmlns:a16="http://schemas.microsoft.com/office/drawing/2014/main" id="{00021395-4F21-468E-8D15-E54FC04D5909}"/>
              </a:ext>
            </a:extLst>
          </p:cNvPr>
          <p:cNvPicPr>
            <a:picLocks xmlns:a="http://schemas.openxmlformats.org/drawingml/2006/main" noChangeAspect="1"/>
          </p:cNvPicPr>
          <p:nvPr/>
        </p:nvPicPr>
        <p:blipFill>
          <a:blip xmlns:r="http://schemas.openxmlformats.org/officeDocument/2006/relationships" xmlns:a="http://schemas.openxmlformats.org/drawingml/2006/main" r:embed="R834dab3fa8454b21"/>
          <a:stretch xmlns:a="http://schemas.openxmlformats.org/drawingml/2006/main"/>
        </p:blipFill>
        <p:spPr>
          <a:xfrm xmlns:a="http://schemas.openxmlformats.org/drawingml/2006/main">
            <a:off x="570822" y="1476375"/>
            <a:ext cx="11050356" cy="4762500"/>
          </a:xfrm>
          <a:prstGeom xmlns:a="http://schemas.openxmlformats.org/drawingml/2006/main" prst="rect">
            <a:avLst/>
          </a:prstGeom>
        </p:spPr>
      </p:pic>
    </p:spTree>
    <p:extLst>
      <p:ext uri="{BB962C8B-B14F-4D97-AF65-F5344CB8AC3E}">
        <p14:creationId xmlns:p14="http://schemas.microsoft.com/office/powerpoint/2010/main" val="10551490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0C4588-C51E-4C40-9AF4-4674C16378F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
            <a:extLst xmlns:a="http://schemas.openxmlformats.org/drawingml/2006/main">
              <a:ext uri="{FF2B5EF4-FFF2-40B4-BE49-F238E27FC236}">
                <a16:creationId xmlns:a16="http://schemas.microsoft.com/office/drawing/2014/main" id="{9733CC3C-DB60-4324-B98F-E5879004238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661CDEA0-DA98-402C-8980-B12957981E3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7385B199-7021-486B-AFCC-C198916D7A5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09</a:t>
            </a:r>
          </a:p>
        </p:txBody>
      </p:sp>
      <p:pic>
        <p:nvPicPr>
          <p:cNvPr id="5" name="">
            <a:extLst xmlns:a="http://schemas.openxmlformats.org/drawingml/2006/main">
              <a:ext uri="{FF2B5EF4-FFF2-40B4-BE49-F238E27FC236}">
                <a16:creationId xmlns:a16="http://schemas.microsoft.com/office/drawing/2014/main" id="{B5CB04AE-3482-4C12-955C-B3C9A526C1E6}"/>
              </a:ext>
            </a:extLst>
          </p:cNvPr>
          <p:cNvPicPr>
            <a:picLocks xmlns:a="http://schemas.openxmlformats.org/drawingml/2006/main" noChangeAspect="1"/>
          </p:cNvPicPr>
          <p:nvPr/>
        </p:nvPicPr>
        <p:blipFill>
          <a:blip xmlns:r="http://schemas.openxmlformats.org/officeDocument/2006/relationships" xmlns:a="http://schemas.openxmlformats.org/drawingml/2006/main" r:embed="R366848582b26451d"/>
          <a:stretch xmlns:a="http://schemas.openxmlformats.org/drawingml/2006/main"/>
        </p:blipFill>
        <p:spPr>
          <a:xfrm xmlns:a="http://schemas.openxmlformats.org/drawingml/2006/main">
            <a:off x="4054929" y="1476375"/>
            <a:ext cx="4082143" cy="4762500"/>
          </a:xfrm>
          <a:prstGeom xmlns:a="http://schemas.openxmlformats.org/drawingml/2006/main" prst="rect">
            <a:avLst/>
          </a:prstGeom>
        </p:spPr>
      </p:pic>
    </p:spTree>
    <p:extLst>
      <p:ext uri="{BB962C8B-B14F-4D97-AF65-F5344CB8AC3E}">
        <p14:creationId xmlns:p14="http://schemas.microsoft.com/office/powerpoint/2010/main" val="9946566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05BB51-B429-4EFA-95D3-467111FC597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
            <a:extLst xmlns:a="http://schemas.openxmlformats.org/drawingml/2006/main">
              <a:ext uri="{FF2B5EF4-FFF2-40B4-BE49-F238E27FC236}">
                <a16:creationId xmlns:a16="http://schemas.microsoft.com/office/drawing/2014/main" id="{6AB04100-69CA-4B25-ADED-AB570440810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51423979-9313-4343-9981-0EBFF4107BE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2FB753B6-5B2F-4D00-B611-E3BE27FB560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10</a:t>
            </a:r>
          </a:p>
        </p:txBody>
      </p:sp>
      <p:pic>
        <p:nvPicPr>
          <p:cNvPr id="5" name="">
            <a:extLst xmlns:a="http://schemas.openxmlformats.org/drawingml/2006/main">
              <a:ext uri="{FF2B5EF4-FFF2-40B4-BE49-F238E27FC236}">
                <a16:creationId xmlns:a16="http://schemas.microsoft.com/office/drawing/2014/main" id="{6A4575C1-62EE-490F-A806-C6DA5244A7A8}"/>
              </a:ext>
            </a:extLst>
          </p:cNvPr>
          <p:cNvPicPr>
            <a:picLocks xmlns:a="http://schemas.openxmlformats.org/drawingml/2006/main" noChangeAspect="1"/>
          </p:cNvPicPr>
          <p:nvPr/>
        </p:nvPicPr>
        <p:blipFill>
          <a:blip xmlns:r="http://schemas.openxmlformats.org/officeDocument/2006/relationships" xmlns:a="http://schemas.openxmlformats.org/drawingml/2006/main" r:embed="R934f30df4e89461e"/>
          <a:stretch xmlns:a="http://schemas.openxmlformats.org/drawingml/2006/main"/>
        </p:blipFill>
        <p:spPr>
          <a:xfrm xmlns:a="http://schemas.openxmlformats.org/drawingml/2006/main">
            <a:off x="428625" y="1677865"/>
            <a:ext cx="11334750" cy="4359519"/>
          </a:xfrm>
          <a:prstGeom xmlns:a="http://schemas.openxmlformats.org/drawingml/2006/main" prst="rect">
            <a:avLst/>
          </a:prstGeom>
        </p:spPr>
      </p:pic>
    </p:spTree>
    <p:extLst>
      <p:ext uri="{BB962C8B-B14F-4D97-AF65-F5344CB8AC3E}">
        <p14:creationId xmlns:p14="http://schemas.microsoft.com/office/powerpoint/2010/main" val="18482618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B7D58B-31A9-4537-AE3B-49B9416D359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
            <a:extLst xmlns:a="http://schemas.openxmlformats.org/drawingml/2006/main">
              <a:ext uri="{FF2B5EF4-FFF2-40B4-BE49-F238E27FC236}">
                <a16:creationId xmlns:a16="http://schemas.microsoft.com/office/drawing/2014/main" id="{3667AA2A-5697-4224-A23B-9A5C0798E6F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68FEA09A-10F9-47B7-9D3B-CD94C8354C5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
            <a:extLst xmlns:a="http://schemas.openxmlformats.org/drawingml/2006/main">
              <a:ext uri="{FF2B5EF4-FFF2-40B4-BE49-F238E27FC236}">
                <a16:creationId xmlns:a16="http://schemas.microsoft.com/office/drawing/2014/main" id="{EC26E3E2-80F6-499A-8BC3-5B144871381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11</a:t>
            </a:r>
          </a:p>
        </p:txBody>
      </p:sp>
      <p:pic>
        <p:nvPicPr>
          <p:cNvPr id="5" name="">
            <a:extLst xmlns:a="http://schemas.openxmlformats.org/drawingml/2006/main">
              <a:ext uri="{FF2B5EF4-FFF2-40B4-BE49-F238E27FC236}">
                <a16:creationId xmlns:a16="http://schemas.microsoft.com/office/drawing/2014/main" id="{A499F9A1-1752-49E8-9372-973EC7525D3B}"/>
              </a:ext>
            </a:extLst>
          </p:cNvPr>
          <p:cNvPicPr>
            <a:picLocks xmlns:a="http://schemas.openxmlformats.org/drawingml/2006/main" noChangeAspect="1"/>
          </p:cNvPicPr>
          <p:nvPr/>
        </p:nvPicPr>
        <p:blipFill>
          <a:blip xmlns:r="http://schemas.openxmlformats.org/officeDocument/2006/relationships" xmlns:a="http://schemas.openxmlformats.org/drawingml/2006/main" r:embed="Re09213a013654697"/>
          <a:stretch xmlns:a="http://schemas.openxmlformats.org/drawingml/2006/main"/>
        </p:blipFill>
        <p:spPr>
          <a:xfrm xmlns:a="http://schemas.openxmlformats.org/drawingml/2006/main">
            <a:off x="428625" y="1791386"/>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8572508-6409-489F-ABBD-227FFA6C2BA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18352751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74BE34-6E77-4139-B706-BE5D2812207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
            <a:extLst xmlns:a="http://schemas.openxmlformats.org/drawingml/2006/main">
              <a:ext uri="{FF2B5EF4-FFF2-40B4-BE49-F238E27FC236}">
                <a16:creationId xmlns:a16="http://schemas.microsoft.com/office/drawing/2014/main" id="{5BCF61CF-EB42-453C-A0CF-0BDDA00D8F6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6350D688-6760-4BED-80E2-B4E36DAC247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A799ECF1-CF55-47A4-95C7-3BA4871A497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12</a:t>
            </a:r>
          </a:p>
        </p:txBody>
      </p:sp>
      <p:graphicFrame>
        <p:nvGraphicFramePr>
          <p:cNvPr id="5" name="">
            <a:extLst xmlns:a="http://schemas.openxmlformats.org/drawingml/2006/main">
              <a:ext uri="{FF2B5EF4-FFF2-40B4-BE49-F238E27FC236}">
                <a16:creationId xmlns:a16="http://schemas.microsoft.com/office/drawing/2014/main" id="{7459A303-3017-4518-AF52-74E51C095CCA}"/>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latin typeface="Calibri"/>
                          <a:ea typeface="Calibri"/>
                          <a:cs typeface="Calibri"/>
                        </a:rPr>
                        <a:t>Adopted fold</a:t>
                      </a:r>
                    </a:p>
                  </a:txBody>
                  <a:tcPr marL="91440" marR="91440" marT="45720" marB="45720">
                    <a:solidFill>
                      <a:srgbClr val="FFFFFF"/>
                    </a:solidFill>
                  </a:tcPr>
                </a:tc>
                <a:tc>
                  <a:txBody>
                    <a:bodyPr/>
                    <a:lstStyle/>
                    <a:p>
                      <a:r>
                        <a:rPr sz="1875" b="1">
                          <a:solidFill>
                            <a:srgbClr val="00796B"/>
                          </a:solidFill>
                          <a:latin typeface="Calibri"/>
                          <a:ea typeface="Calibri"/>
                          <a:cs typeface="Calibri"/>
                        </a:rPr>
                        <a:t>Training</a:t>
                      </a:r>
                    </a:p>
                  </a:txBody>
                  <a:tcPr marL="91440" marR="91440" marT="45720" marB="45720">
                    <a:solidFill>
                      <a:srgbClr val="FFFFFF"/>
                    </a:solidFill>
                  </a:tcPr>
                </a:tc>
                <a:tc>
                  <a:txBody>
                    <a:bodyPr/>
                    <a:lstStyle/>
                    <a:p>
                      <a:r>
                        <a:rPr sz="1875" b="1">
                          <a:solidFill>
                            <a:srgbClr val="00796B"/>
                          </a:solidFill>
                          <a:latin typeface="Calibri"/>
                          <a:ea typeface="Calibri"/>
                          <a:cs typeface="Calibri"/>
                        </a:rPr>
                        <a:t>Held out</a:t>
                      </a:r>
                    </a:p>
                  </a:txBody>
                  <a:tcPr marL="91440" marR="91440" marT="45720" marB="45720">
                    <a:solidFill>
                      <a:srgbClr val="FFFFFF"/>
                    </a:solidFill>
                  </a:tcPr>
                </a:tc>
                <a:tc>
                  <a:txBody>
                    <a:bodyPr/>
                    <a:lstStyle/>
                    <a:p>
                      <a:r>
                        <a:rPr sz="1875" b="1">
                          <a:solidFill>
                            <a:srgbClr val="00796B"/>
                          </a:solidFill>
                          <a:latin typeface="Calibri"/>
                          <a:ea typeface="Calibri"/>
                          <a:cs typeface="Calibri"/>
                        </a:rPr>
                        <a:t>Not used</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flexor</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1 test</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extensor</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C9C676B-4385-470C-900A-36D739D27D64}"/>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
            <a:extLst xmlns:a="http://schemas.openxmlformats.org/drawingml/2006/main">
              <a:ext uri="{FF2B5EF4-FFF2-40B4-BE49-F238E27FC236}">
                <a16:creationId xmlns:a16="http://schemas.microsoft.com/office/drawing/2014/main" id="{4228629F-A80D-40DD-A190-9C703D7E83CD}"/>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11630749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FAF2DA-71B7-47B0-A8B8-F26F60B1B96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
            <a:extLst xmlns:a="http://schemas.openxmlformats.org/drawingml/2006/main">
              <a:ext uri="{FF2B5EF4-FFF2-40B4-BE49-F238E27FC236}">
                <a16:creationId xmlns:a16="http://schemas.microsoft.com/office/drawing/2014/main" id="{1B6F8FE5-3C89-41E2-AFD6-3A26748FC9A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E0948B57-8308-4C6D-A1FB-05B2DD7917E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F86E5C3D-F3C5-44A5-91CC-13D5897D789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13</a:t>
            </a:r>
          </a:p>
        </p:txBody>
      </p:sp>
      <p:pic>
        <p:nvPicPr>
          <p:cNvPr id="5" name="">
            <a:extLst xmlns:a="http://schemas.openxmlformats.org/drawingml/2006/main">
              <a:ext uri="{FF2B5EF4-FFF2-40B4-BE49-F238E27FC236}">
                <a16:creationId xmlns:a16="http://schemas.microsoft.com/office/drawing/2014/main" id="{9182FAC5-0BB5-4C49-9C16-A33B773EFF8C}"/>
              </a:ext>
            </a:extLst>
          </p:cNvPr>
          <p:cNvPicPr>
            <a:picLocks xmlns:a="http://schemas.openxmlformats.org/drawingml/2006/main" noChangeAspect="1"/>
          </p:cNvPicPr>
          <p:nvPr/>
        </p:nvPicPr>
        <p:blipFill>
          <a:blip xmlns:r="http://schemas.openxmlformats.org/officeDocument/2006/relationships" xmlns:a="http://schemas.openxmlformats.org/drawingml/2006/main" r:embed="Re87640a848ae4179"/>
          <a:stretch xmlns:a="http://schemas.openxmlformats.org/drawingml/2006/main"/>
        </p:blipFill>
        <p:spPr>
          <a:xfrm xmlns:a="http://schemas.openxmlformats.org/drawingml/2006/main">
            <a:off x="456197" y="1476375"/>
            <a:ext cx="1127960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47041B-A9C3-4FFF-ADAC-6EDEDEC23DD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Held-out mean RMSE: 7.588 to 1.490 N·m</a:t>
            </a:r>
          </a:p>
        </p:txBody>
      </p:sp>
    </p:spTree>
    <p:extLst>
      <p:ext uri="{BB962C8B-B14F-4D97-AF65-F5344CB8AC3E}">
        <p14:creationId xmlns:p14="http://schemas.microsoft.com/office/powerpoint/2010/main" val="11882301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2AA308-A068-4007-A368-E1CB7AA2061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
            <a:extLst xmlns:a="http://schemas.openxmlformats.org/drawingml/2006/main">
              <a:ext uri="{FF2B5EF4-FFF2-40B4-BE49-F238E27FC236}">
                <a16:creationId xmlns:a16="http://schemas.microsoft.com/office/drawing/2014/main" id="{00A8FB30-4BD5-43BC-BAC0-A25847ACA8D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468BBDCF-3A6B-431B-884A-53A4D628125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
            <a:extLst xmlns:a="http://schemas.openxmlformats.org/drawingml/2006/main">
              <a:ext uri="{FF2B5EF4-FFF2-40B4-BE49-F238E27FC236}">
                <a16:creationId xmlns:a16="http://schemas.microsoft.com/office/drawing/2014/main" id="{C2B20848-5B7E-4D1A-B080-48F1367F321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14</a:t>
            </a:r>
          </a:p>
        </p:txBody>
      </p:sp>
      <p:graphicFrame>
        <p:nvGraphicFramePr>
          <p:cNvPr id="5" name="">
            <a:extLst xmlns:a="http://schemas.openxmlformats.org/drawingml/2006/main">
              <a:ext uri="{FF2B5EF4-FFF2-40B4-BE49-F238E27FC236}">
                <a16:creationId xmlns:a16="http://schemas.microsoft.com/office/drawing/2014/main" id="{2ADD7DFA-D27A-4F13-897E-B8D9FF26D449}"/>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latin typeface="Calibri"/>
                          <a:ea typeface="Calibri"/>
                          <a:cs typeface="Calibri"/>
                        </a:rPr>
                        <a:t>Held-out mean RMSE (N·m)</a:t>
                      </a:r>
                    </a:p>
                  </a:txBody>
                  <a:tcPr marL="91440" marR="91440" marT="45720" marB="45720">
                    <a:solidFill>
                      <a:srgbClr val="FFFFFF"/>
                    </a:solidFill>
                  </a:tcPr>
                </a:tc>
                <a:tc>
                  <a:txBody>
                    <a:bodyPr/>
                    <a:lstStyle/>
                    <a:p>
                      <a:r>
                        <a:rPr sz="1875" b="1">
                          <a:solidFill>
                            <a:srgbClr val="00796B"/>
                          </a:solidFill>
                          <a:latin typeface="Calibri"/>
                          <a:ea typeface="Calibri"/>
                          <a:cs typeface="Calibri"/>
                        </a:rPr>
                        <a:t>No corrections</a:t>
                      </a:r>
                    </a:p>
                  </a:txBody>
                  <a:tcPr marL="91440" marR="91440" marT="45720" marB="45720">
                    <a:solidFill>
                      <a:srgbClr val="FFFFFF"/>
                    </a:solidFill>
                  </a:tcPr>
                </a:tc>
                <a:tc>
                  <a:txBody>
                    <a:bodyPr/>
                    <a:lstStyle/>
                    <a:p>
                      <a:r>
                        <a:rPr sz="1875" b="1">
                          <a:solidFill>
                            <a:srgbClr val="00796B"/>
                          </a:solidFill>
                          <a:latin typeface="Calibri"/>
                          <a:ea typeface="Calibri"/>
                          <a:cs typeface="Calibri"/>
                        </a:rPr>
                        <a:t>Corrected</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Flexor, 2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7.588</a:t>
                      </a:r>
                    </a:p>
                  </a:txBody>
                  <a:tcPr marL="91440" marR="91440" marT="45720" marB="45720">
                    <a:solidFill>
                      <a:srgbClr val="FFFFFF"/>
                    </a:solidFill>
                  </a:tcPr>
                </a:tc>
                <a:tc>
                  <a:txBody>
                    <a:bodyPr/>
                    <a:lstStyle/>
                    <a:p>
                      <a:r>
                        <a:rPr sz="1875" b="0">
                          <a:solidFill>
                            <a:srgbClr val="222222"/>
                          </a:solidFill>
                          <a:latin typeface="Calibri"/>
                          <a:ea typeface="Calibri"/>
                          <a:cs typeface="Calibri"/>
                        </a:rPr>
                        <a:t>1.490</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Extensor, 3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2.554</a:t>
                      </a:r>
                    </a:p>
                  </a:txBody>
                  <a:tcPr marL="91440" marR="91440" marT="45720" marB="45720">
                    <a:solidFill>
                      <a:srgbClr val="FFFFFF"/>
                    </a:solidFill>
                  </a:tcPr>
                </a:tc>
                <a:tc>
                  <a:txBody>
                    <a:bodyPr/>
                    <a:lstStyle/>
                    <a:p>
                      <a:r>
                        <a:rPr sz="1875" b="0">
                          <a:solidFill>
                            <a:srgbClr val="222222"/>
                          </a:solidFill>
                          <a:latin typeface="Calibri"/>
                          <a:ea typeface="Calibri"/>
                          <a:cs typeface="Calibri"/>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1357476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2BC590-582B-478C-A604-BD364C761D9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
            <a:extLst xmlns:a="http://schemas.openxmlformats.org/drawingml/2006/main">
              <a:ext uri="{FF2B5EF4-FFF2-40B4-BE49-F238E27FC236}">
                <a16:creationId xmlns:a16="http://schemas.microsoft.com/office/drawing/2014/main" id="{FECC82F1-8500-47DF-9846-CC5A0BA1D51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2C77879A-9CFF-46C9-B5AD-1778728A45A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
            <a:extLst xmlns:a="http://schemas.openxmlformats.org/drawingml/2006/main">
              <a:ext uri="{FF2B5EF4-FFF2-40B4-BE49-F238E27FC236}">
                <a16:creationId xmlns:a16="http://schemas.microsoft.com/office/drawing/2014/main" id="{6C8A2966-B3D3-4AB8-ACE1-6B24CD99782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15</a:t>
            </a:r>
          </a:p>
        </p:txBody>
      </p:sp>
      <p:pic>
        <p:nvPicPr>
          <p:cNvPr id="5" name="">
            <a:extLst xmlns:a="http://schemas.openxmlformats.org/drawingml/2006/main">
              <a:ext uri="{FF2B5EF4-FFF2-40B4-BE49-F238E27FC236}">
                <a16:creationId xmlns:a16="http://schemas.microsoft.com/office/drawing/2014/main" id="{7546D910-8C5A-4915-ADE4-537CEF9EF9BF}"/>
              </a:ext>
            </a:extLst>
          </p:cNvPr>
          <p:cNvPicPr>
            <a:picLocks xmlns:a="http://schemas.openxmlformats.org/drawingml/2006/main" noChangeAspect="1"/>
          </p:cNvPicPr>
          <p:nvPr/>
        </p:nvPicPr>
        <p:blipFill>
          <a:blip xmlns:r="http://schemas.openxmlformats.org/officeDocument/2006/relationships" xmlns:a="http://schemas.openxmlformats.org/drawingml/2006/main" r:embed="R99219cb181f5437b"/>
          <a:stretch xmlns:a="http://schemas.openxmlformats.org/drawingml/2006/main"/>
        </p:blipFill>
        <p:spPr>
          <a:xfrm xmlns:a="http://schemas.openxmlformats.org/drawingml/2006/main">
            <a:off x="1855862" y="1476375"/>
            <a:ext cx="84802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A4C90FC-54E9-4217-99CC-89AE0C1921D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12397256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8A0A6B-30B3-47E8-BFFC-5AF6EAA6E0C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
            <a:extLst xmlns:a="http://schemas.openxmlformats.org/drawingml/2006/main">
              <a:ext uri="{FF2B5EF4-FFF2-40B4-BE49-F238E27FC236}">
                <a16:creationId xmlns:a16="http://schemas.microsoft.com/office/drawing/2014/main" id="{EF0C1FFE-2688-4278-9C11-31F92677B0C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37EEC3B5-2DE0-4A2E-A93F-34393B96742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
            <a:extLst xmlns:a="http://schemas.openxmlformats.org/drawingml/2006/main">
              <a:ext uri="{FF2B5EF4-FFF2-40B4-BE49-F238E27FC236}">
                <a16:creationId xmlns:a16="http://schemas.microsoft.com/office/drawing/2014/main" id="{69F0D28B-08EB-41E3-A0D5-452A52CD89A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16</a:t>
            </a:r>
          </a:p>
        </p:txBody>
      </p:sp>
      <p:pic>
        <p:nvPicPr>
          <p:cNvPr id="5" name="">
            <a:extLst xmlns:a="http://schemas.openxmlformats.org/drawingml/2006/main">
              <a:ext uri="{FF2B5EF4-FFF2-40B4-BE49-F238E27FC236}">
                <a16:creationId xmlns:a16="http://schemas.microsoft.com/office/drawing/2014/main" id="{DCB367C6-5DA5-4861-A2EC-CBAF09D66443}"/>
              </a:ext>
            </a:extLst>
          </p:cNvPr>
          <p:cNvPicPr>
            <a:picLocks xmlns:a="http://schemas.openxmlformats.org/drawingml/2006/main" noChangeAspect="1"/>
          </p:cNvPicPr>
          <p:nvPr/>
        </p:nvPicPr>
        <p:blipFill>
          <a:blip xmlns:r="http://schemas.openxmlformats.org/officeDocument/2006/relationships" xmlns:a="http://schemas.openxmlformats.org/drawingml/2006/main" r:embed="R6d369e6eb9564b3e"/>
          <a:stretch xmlns:a="http://schemas.openxmlformats.org/drawingml/2006/main"/>
        </p:blipFill>
        <p:spPr>
          <a:xfrm xmlns:a="http://schemas.openxmlformats.org/drawingml/2006/main">
            <a:off x="1842458" y="1666875"/>
            <a:ext cx="264920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8FC7594-EFB0-45D3-BA9A-A31136604127}"/>
              </a:ext>
            </a:extLst>
          </p:cNvPr>
          <p:cNvPicPr>
            <a:picLocks xmlns:a="http://schemas.openxmlformats.org/drawingml/2006/main" noChangeAspect="1"/>
          </p:cNvPicPr>
          <p:nvPr/>
        </p:nvPicPr>
        <p:blipFill>
          <a:blip xmlns:r="http://schemas.openxmlformats.org/officeDocument/2006/relationships" xmlns:a="http://schemas.openxmlformats.org/drawingml/2006/main" r:embed="R788ee06e22204fab"/>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469270A-95B6-48F4-A096-49DDF9C88781}"/>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
            <a:extLst xmlns:a="http://schemas.openxmlformats.org/drawingml/2006/main">
              <a:ext uri="{FF2B5EF4-FFF2-40B4-BE49-F238E27FC236}">
                <a16:creationId xmlns:a16="http://schemas.microsoft.com/office/drawing/2014/main" id="{FAE94E16-9B8A-4D09-8BD2-8347CF2133DE}"/>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74167094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E9F559-3CE7-48A6-936D-A79C496582C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
            <a:extLst xmlns:a="http://schemas.openxmlformats.org/drawingml/2006/main">
              <a:ext uri="{FF2B5EF4-FFF2-40B4-BE49-F238E27FC236}">
                <a16:creationId xmlns:a16="http://schemas.microsoft.com/office/drawing/2014/main" id="{8795F97D-8073-45CD-811E-6D06DE3A4E1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50D5C6E4-9F92-4D36-8471-F828E1E1AD8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BC0BC59B-1F09-4494-AE9C-F76569CA377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17</a:t>
            </a:r>
          </a:p>
        </p:txBody>
      </p:sp>
      <p:pic>
        <p:nvPicPr>
          <p:cNvPr id="5" name="">
            <a:extLst xmlns:a="http://schemas.openxmlformats.org/drawingml/2006/main">
              <a:ext uri="{FF2B5EF4-FFF2-40B4-BE49-F238E27FC236}">
                <a16:creationId xmlns:a16="http://schemas.microsoft.com/office/drawing/2014/main" id="{28E201EE-88E3-4D34-A56C-BBF8F089D799}"/>
              </a:ext>
            </a:extLst>
          </p:cNvPr>
          <p:cNvPicPr>
            <a:picLocks xmlns:a="http://schemas.openxmlformats.org/drawingml/2006/main" noChangeAspect="1"/>
          </p:cNvPicPr>
          <p:nvPr/>
        </p:nvPicPr>
        <p:blipFill>
          <a:blip xmlns:r="http://schemas.openxmlformats.org/officeDocument/2006/relationships" xmlns:a="http://schemas.openxmlformats.org/drawingml/2006/main" r:embed="R46248d2a1b594a32"/>
          <a:stretch xmlns:a="http://schemas.openxmlformats.org/drawingml/2006/main"/>
        </p:blipFill>
        <p:spPr>
          <a:xfrm xmlns:a="http://schemas.openxmlformats.org/drawingml/2006/main">
            <a:off x="3201999" y="1476375"/>
            <a:ext cx="578800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34ADF3-D2CC-46F0-8302-50DCF1369C6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5779944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1F1D45-37C6-4C76-A9D3-42B381569ED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130F4BF0-9A6F-4811-A540-4B85698429B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
            <a:extLst xmlns:a="http://schemas.openxmlformats.org/drawingml/2006/main">
              <a:ext uri="{FF2B5EF4-FFF2-40B4-BE49-F238E27FC236}">
                <a16:creationId xmlns:a16="http://schemas.microsoft.com/office/drawing/2014/main" id="{62131323-7C12-4BD7-BEE5-339AA86594F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6D6AAF92-ADA9-4979-A131-E1AF8340ED1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18</a:t>
            </a:r>
          </a:p>
        </p:txBody>
      </p:sp>
      <p:pic>
        <p:nvPicPr>
          <p:cNvPr id="5" name="">
            <a:extLst xmlns:a="http://schemas.openxmlformats.org/drawingml/2006/main">
              <a:ext uri="{FF2B5EF4-FFF2-40B4-BE49-F238E27FC236}">
                <a16:creationId xmlns:a16="http://schemas.microsoft.com/office/drawing/2014/main" id="{0D3C5EE5-3E46-4491-848E-20D34ABF67E9}"/>
              </a:ext>
            </a:extLst>
          </p:cNvPr>
          <p:cNvPicPr>
            <a:picLocks xmlns:a="http://schemas.openxmlformats.org/drawingml/2006/main" noChangeAspect="1"/>
          </p:cNvPicPr>
          <p:nvPr/>
        </p:nvPicPr>
        <p:blipFill>
          <a:blip xmlns:r="http://schemas.openxmlformats.org/officeDocument/2006/relationships" xmlns:a="http://schemas.openxmlformats.org/drawingml/2006/main" r:embed="Rd0592c07230c4d61"/>
          <a:stretch xmlns:a="http://schemas.openxmlformats.org/drawingml/2006/main"/>
        </p:blipFill>
        <p:spPr>
          <a:xfrm xmlns:a="http://schemas.openxmlformats.org/drawingml/2006/main">
            <a:off x="3478636" y="1476375"/>
            <a:ext cx="5234728"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85BB37-C965-4FE1-A3BA-99E83887965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5755948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66CBC4-5591-48F6-9ABA-173D58B4739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1B7DD4DA-DEBB-43F5-A356-F1F942EEE92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E795E948-EEBE-4F69-9609-A1976C46725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
            <a:extLst xmlns:a="http://schemas.openxmlformats.org/drawingml/2006/main">
              <a:ext uri="{FF2B5EF4-FFF2-40B4-BE49-F238E27FC236}">
                <a16:creationId xmlns:a16="http://schemas.microsoft.com/office/drawing/2014/main" id="{974222BE-FDB6-408B-AB18-F18388ECEDA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19</a:t>
            </a:r>
          </a:p>
        </p:txBody>
      </p:sp>
      <p:pic>
        <p:nvPicPr>
          <p:cNvPr id="5" name="">
            <a:extLst xmlns:a="http://schemas.openxmlformats.org/drawingml/2006/main">
              <a:ext uri="{FF2B5EF4-FFF2-40B4-BE49-F238E27FC236}">
                <a16:creationId xmlns:a16="http://schemas.microsoft.com/office/drawing/2014/main" id="{4FE723FB-7B32-4BDA-9158-BAD5D01DF5ED}"/>
              </a:ext>
            </a:extLst>
          </p:cNvPr>
          <p:cNvPicPr>
            <a:picLocks xmlns:a="http://schemas.openxmlformats.org/drawingml/2006/main" noChangeAspect="1"/>
          </p:cNvPicPr>
          <p:nvPr/>
        </p:nvPicPr>
        <p:blipFill>
          <a:blip xmlns:r="http://schemas.openxmlformats.org/officeDocument/2006/relationships" xmlns:a="http://schemas.openxmlformats.org/drawingml/2006/main" r:embed="Rb0a05a6685e84d69"/>
          <a:stretch xmlns:a="http://schemas.openxmlformats.org/drawingml/2006/main"/>
        </p:blipFill>
        <p:spPr>
          <a:xfrm xmlns:a="http://schemas.openxmlformats.org/drawingml/2006/main">
            <a:off x="1947067" y="1476375"/>
            <a:ext cx="8297866"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4A2B188-0EEC-44F9-9B32-28679B461B0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41927403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FA783C-687D-4AF4-ABE7-5ADE9D560C4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
            <a:extLst xmlns:a="http://schemas.openxmlformats.org/drawingml/2006/main">
              <a:ext uri="{FF2B5EF4-FFF2-40B4-BE49-F238E27FC236}">
                <a16:creationId xmlns:a16="http://schemas.microsoft.com/office/drawing/2014/main" id="{CEB1628A-0541-4B95-B7AF-42B9B231F90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30DABFC5-330E-4B09-8609-DE8D9A031F1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D7B778DE-74F8-4E1B-83B1-72B72073951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20</a:t>
            </a:r>
          </a:p>
        </p:txBody>
      </p:sp>
      <p:pic>
        <p:nvPicPr>
          <p:cNvPr id="5" name="">
            <a:extLst xmlns:a="http://schemas.openxmlformats.org/drawingml/2006/main">
              <a:ext uri="{FF2B5EF4-FFF2-40B4-BE49-F238E27FC236}">
                <a16:creationId xmlns:a16="http://schemas.microsoft.com/office/drawing/2014/main" id="{88720C4A-2DEE-41A2-8583-C861AE3A950A}"/>
              </a:ext>
            </a:extLst>
          </p:cNvPr>
          <p:cNvPicPr>
            <a:picLocks xmlns:a="http://schemas.openxmlformats.org/drawingml/2006/main" noChangeAspect="1"/>
          </p:cNvPicPr>
          <p:nvPr/>
        </p:nvPicPr>
        <p:blipFill>
          <a:blip xmlns:r="http://schemas.openxmlformats.org/officeDocument/2006/relationships" xmlns:a="http://schemas.openxmlformats.org/drawingml/2006/main" r:embed="R7e5565dd6a154ecf"/>
          <a:stretch xmlns:a="http://schemas.openxmlformats.org/drawingml/2006/main"/>
        </p:blipFill>
        <p:spPr>
          <a:xfrm xmlns:a="http://schemas.openxmlformats.org/drawingml/2006/main">
            <a:off x="1947067" y="1476375"/>
            <a:ext cx="8297866"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7958C43-1874-4E6B-91D3-EEE53E19001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6694843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4DC701-9C91-473C-9FEB-FECE8A0FFB4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
            <a:extLst xmlns:a="http://schemas.openxmlformats.org/drawingml/2006/main">
              <a:ext uri="{FF2B5EF4-FFF2-40B4-BE49-F238E27FC236}">
                <a16:creationId xmlns:a16="http://schemas.microsoft.com/office/drawing/2014/main" id="{0BB53C52-69A6-475D-AA5E-F8E5979FEE3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806A272C-A9D4-4819-AA61-C498475669F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5B8EFA88-8121-4CBB-918F-7642E3A8EFF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21</a:t>
            </a:r>
          </a:p>
        </p:txBody>
      </p:sp>
      <p:pic>
        <p:nvPicPr>
          <p:cNvPr id="5" name="">
            <a:extLst xmlns:a="http://schemas.openxmlformats.org/drawingml/2006/main">
              <a:ext uri="{FF2B5EF4-FFF2-40B4-BE49-F238E27FC236}">
                <a16:creationId xmlns:a16="http://schemas.microsoft.com/office/drawing/2014/main" id="{49C9E5B5-4DE6-448E-BC88-63F7D5D8E9A2}"/>
              </a:ext>
            </a:extLst>
          </p:cNvPr>
          <p:cNvPicPr>
            <a:picLocks xmlns:a="http://schemas.openxmlformats.org/drawingml/2006/main" noChangeAspect="1"/>
          </p:cNvPicPr>
          <p:nvPr/>
        </p:nvPicPr>
        <p:blipFill>
          <a:blip xmlns:r="http://schemas.openxmlformats.org/officeDocument/2006/relationships" xmlns:a="http://schemas.openxmlformats.org/drawingml/2006/main" r:embed="R680733141ca04c83"/>
          <a:stretch xmlns:a="http://schemas.openxmlformats.org/drawingml/2006/main"/>
        </p:blipFill>
        <p:spPr>
          <a:xfrm xmlns:a="http://schemas.openxmlformats.org/drawingml/2006/main">
            <a:off x="1774472" y="1476375"/>
            <a:ext cx="8643056" cy="4762500"/>
          </a:xfrm>
          <a:prstGeom xmlns:a="http://schemas.openxmlformats.org/drawingml/2006/main" prst="rect">
            <a:avLst/>
          </a:prstGeom>
        </p:spPr>
      </p:pic>
    </p:spTree>
    <p:extLst>
      <p:ext uri="{BB962C8B-B14F-4D97-AF65-F5344CB8AC3E}">
        <p14:creationId xmlns:p14="http://schemas.microsoft.com/office/powerpoint/2010/main" val="50319008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A54C9A-FE70-4558-834A-1C9F74A1E87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
            <a:extLst xmlns:a="http://schemas.openxmlformats.org/drawingml/2006/main">
              <a:ext uri="{FF2B5EF4-FFF2-40B4-BE49-F238E27FC236}">
                <a16:creationId xmlns:a16="http://schemas.microsoft.com/office/drawing/2014/main" id="{489E8BA5-AAB1-429F-9E0A-D89510BB733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287C9CCF-4A04-4324-8AF1-979C8B44C8C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2BD01237-40AB-4E04-9044-6435CCFE1D9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22</a:t>
            </a:r>
          </a:p>
        </p:txBody>
      </p:sp>
      <p:pic>
        <p:nvPicPr>
          <p:cNvPr id="5" name="">
            <a:extLst xmlns:a="http://schemas.openxmlformats.org/drawingml/2006/main">
              <a:ext uri="{FF2B5EF4-FFF2-40B4-BE49-F238E27FC236}">
                <a16:creationId xmlns:a16="http://schemas.microsoft.com/office/drawing/2014/main" id="{4981F047-6AEF-49AF-9701-0417E7B85E49}"/>
              </a:ext>
            </a:extLst>
          </p:cNvPr>
          <p:cNvPicPr>
            <a:picLocks xmlns:a="http://schemas.openxmlformats.org/drawingml/2006/main" noChangeAspect="1"/>
          </p:cNvPicPr>
          <p:nvPr/>
        </p:nvPicPr>
        <p:blipFill>
          <a:blip xmlns:r="http://schemas.openxmlformats.org/officeDocument/2006/relationships" xmlns:a="http://schemas.openxmlformats.org/drawingml/2006/main" r:embed="R8193d820efc94c55"/>
          <a:stretch xmlns:a="http://schemas.openxmlformats.org/drawingml/2006/main"/>
        </p:blipFill>
        <p:spPr>
          <a:xfrm xmlns:a="http://schemas.openxmlformats.org/drawingml/2006/main">
            <a:off x="1346372" y="1476375"/>
            <a:ext cx="94992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FED184-522F-434C-B056-CA6D6435A73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15449059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651415-E52E-4EB4-B17D-9734149155E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
            <a:extLst xmlns:a="http://schemas.openxmlformats.org/drawingml/2006/main">
              <a:ext uri="{FF2B5EF4-FFF2-40B4-BE49-F238E27FC236}">
                <a16:creationId xmlns:a16="http://schemas.microsoft.com/office/drawing/2014/main" id="{DB324C28-4600-480E-BD7D-74DB0E96D51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
            <a:extLst xmlns:a="http://schemas.openxmlformats.org/drawingml/2006/main">
              <a:ext uri="{FF2B5EF4-FFF2-40B4-BE49-F238E27FC236}">
                <a16:creationId xmlns:a16="http://schemas.microsoft.com/office/drawing/2014/main" id="{1FB5CE28-C594-473D-B09F-095D8E0F986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EAA1B3F8-7949-4C5E-8B68-9B7A214E9C1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23</a:t>
            </a:r>
          </a:p>
        </p:txBody>
      </p:sp>
      <p:pic>
        <p:nvPicPr>
          <p:cNvPr id="5" name="">
            <a:extLst xmlns:a="http://schemas.openxmlformats.org/drawingml/2006/main">
              <a:ext uri="{FF2B5EF4-FFF2-40B4-BE49-F238E27FC236}">
                <a16:creationId xmlns:a16="http://schemas.microsoft.com/office/drawing/2014/main" id="{E041FA60-DAE6-4419-A13C-37CB2722A8A3}"/>
              </a:ext>
            </a:extLst>
          </p:cNvPr>
          <p:cNvPicPr>
            <a:picLocks xmlns:a="http://schemas.openxmlformats.org/drawingml/2006/main" noChangeAspect="1"/>
          </p:cNvPicPr>
          <p:nvPr/>
        </p:nvPicPr>
        <p:blipFill>
          <a:blip xmlns:r="http://schemas.openxmlformats.org/officeDocument/2006/relationships" xmlns:a="http://schemas.openxmlformats.org/drawingml/2006/main" r:embed="R4caad3ce54fe49d1"/>
          <a:stretch xmlns:a="http://schemas.openxmlformats.org/drawingml/2006/main"/>
        </p:blipFill>
        <p:spPr>
          <a:xfrm xmlns:a="http://schemas.openxmlformats.org/drawingml/2006/main">
            <a:off x="381000" y="2267769"/>
            <a:ext cx="5572125" cy="29892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AD3E960-BCB8-4E53-A233-0AB20C9EC436}"/>
              </a:ext>
            </a:extLst>
          </p:cNvPr>
          <p:cNvPicPr>
            <a:picLocks xmlns:a="http://schemas.openxmlformats.org/drawingml/2006/main" noChangeAspect="1"/>
          </p:cNvPicPr>
          <p:nvPr/>
        </p:nvPicPr>
        <p:blipFill>
          <a:blip xmlns:r="http://schemas.openxmlformats.org/officeDocument/2006/relationships" xmlns:a="http://schemas.openxmlformats.org/drawingml/2006/main" r:embed="Rcaefca441bf34031"/>
          <a:stretch xmlns:a="http://schemas.openxmlformats.org/drawingml/2006/main"/>
        </p:blipFill>
        <p:spPr>
          <a:xfrm xmlns:a="http://schemas.openxmlformats.org/drawingml/2006/main">
            <a:off x="6592661" y="1666875"/>
            <a:ext cx="4864554"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7DBDA36-BB8D-45CD-9F80-3E51C8CAB65C}"/>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Initial mechanics and controller integration</a:t>
            </a:r>
          </a:p>
        </p:txBody>
      </p:sp>
      <p:sp>
        <p:nvSpPr>
          <p:cNvPr id="8" name="">
            <a:extLst xmlns:a="http://schemas.openxmlformats.org/drawingml/2006/main">
              <a:ext uri="{FF2B5EF4-FFF2-40B4-BE49-F238E27FC236}">
                <a16:creationId xmlns:a16="http://schemas.microsoft.com/office/drawing/2014/main" id="{46939B29-F2E5-4F27-8DCC-72671976C69C}"/>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Suspended joint motion</a:t>
            </a:r>
          </a:p>
        </p:txBody>
      </p:sp>
    </p:spTree>
    <p:extLst>
      <p:ext uri="{BB962C8B-B14F-4D97-AF65-F5344CB8AC3E}">
        <p14:creationId xmlns:p14="http://schemas.microsoft.com/office/powerpoint/2010/main" val="18462134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1402382-3CD0-4363-9AE6-51B027083DFF}"/>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10" name="">
            <a:extLst xmlns:a="http://schemas.openxmlformats.org/drawingml/2006/main">
              <a:ext uri="{FF2B5EF4-FFF2-40B4-BE49-F238E27FC236}">
                <a16:creationId xmlns:a16="http://schemas.microsoft.com/office/drawing/2014/main" id="{F313DA4E-8281-4E7C-89A3-86654492C01B}"/>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9" name="">
            <a:extLst xmlns:a="http://schemas.openxmlformats.org/drawingml/2006/main">
              <a:ext uri="{FF2B5EF4-FFF2-40B4-BE49-F238E27FC236}">
                <a16:creationId xmlns:a16="http://schemas.microsoft.com/office/drawing/2014/main" id="{13BC6D11-860F-4BCA-B724-1851BDA63F1F}"/>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tailEnd type="arrow" w="med" len="med"/>
          </a:ln>
        </p:spPr>
      </p:cxnSp>
      <p:sp>
        <p:nvSpPr>
          <p:cNvPr id="14" name="">
            <a:extLst xmlns:a="http://schemas.openxmlformats.org/drawingml/2006/main">
              <a:ext uri="{FF2B5EF4-FFF2-40B4-BE49-F238E27FC236}">
                <a16:creationId xmlns:a16="http://schemas.microsoft.com/office/drawing/2014/main" id="{B6B8854B-8815-4F5C-94C0-E9A7B961069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
            <a:extLst xmlns:a="http://schemas.openxmlformats.org/drawingml/2006/main">
              <a:ext uri="{FF2B5EF4-FFF2-40B4-BE49-F238E27FC236}">
                <a16:creationId xmlns:a16="http://schemas.microsoft.com/office/drawing/2014/main" id="{1BC1C9E6-8F5B-4B7F-BF6B-7717F9BB8E7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
            <a:extLst xmlns:a="http://schemas.openxmlformats.org/drawingml/2006/main">
              <a:ext uri="{FF2B5EF4-FFF2-40B4-BE49-F238E27FC236}">
                <a16:creationId xmlns:a16="http://schemas.microsoft.com/office/drawing/2014/main" id="{79F4BD5A-C695-49C4-951B-4AE574E9580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
            <a:extLst xmlns:a="http://schemas.openxmlformats.org/drawingml/2006/main">
              <a:ext uri="{FF2B5EF4-FFF2-40B4-BE49-F238E27FC236}">
                <a16:creationId xmlns:a16="http://schemas.microsoft.com/office/drawing/2014/main" id="{83802541-5102-43C4-A6B6-98CFCB34351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6BB517EB-5DEA-4254-882A-0C304D9D005D}"/>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
            <a:extLst xmlns:a="http://schemas.openxmlformats.org/drawingml/2006/main">
              <a:ext uri="{FF2B5EF4-FFF2-40B4-BE49-F238E27FC236}">
                <a16:creationId xmlns:a16="http://schemas.microsoft.com/office/drawing/2014/main" id="{E9CBE08F-B12D-4E07-AD03-7146CDB5AFD1}"/>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
            <a:extLst xmlns:a="http://schemas.openxmlformats.org/drawingml/2006/main">
              <a:ext uri="{FF2B5EF4-FFF2-40B4-BE49-F238E27FC236}">
                <a16:creationId xmlns:a16="http://schemas.microsoft.com/office/drawing/2014/main" id="{2C51F62E-C2C6-4A72-993D-2612998992F5}"/>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
            <a:extLst xmlns:a="http://schemas.openxmlformats.org/drawingml/2006/main">
              <a:ext uri="{FF2B5EF4-FFF2-40B4-BE49-F238E27FC236}">
                <a16:creationId xmlns:a16="http://schemas.microsoft.com/office/drawing/2014/main" id="{F7E360F0-226A-4997-A129-359197DF0E99}"/>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
            <a:extLst xmlns:a="http://schemas.openxmlformats.org/drawingml/2006/main">
              <a:ext uri="{FF2B5EF4-FFF2-40B4-BE49-F238E27FC236}">
                <a16:creationId xmlns:a16="http://schemas.microsoft.com/office/drawing/2014/main" id="{569C4CDB-6F1C-42AC-96EA-234320F935A9}"/>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
            <a:extLst xmlns:a="http://schemas.openxmlformats.org/drawingml/2006/main">
              <a:ext uri="{FF2B5EF4-FFF2-40B4-BE49-F238E27FC236}">
                <a16:creationId xmlns:a16="http://schemas.microsoft.com/office/drawing/2014/main" id="{FF9BD8A7-134F-49C4-9378-43A12418EE97}"/>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190411456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D2871A-9032-45FB-A8BD-2664C459597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
            <a:extLst xmlns:a="http://schemas.openxmlformats.org/drawingml/2006/main">
              <a:ext uri="{FF2B5EF4-FFF2-40B4-BE49-F238E27FC236}">
                <a16:creationId xmlns:a16="http://schemas.microsoft.com/office/drawing/2014/main" id="{10C2CDBA-3FAF-453E-829F-F6BA8D93643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6B00B993-5591-4561-90E1-077BDE763E4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6BB13B0D-D132-480D-B7EC-4D052583575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25</a:t>
            </a:r>
          </a:p>
        </p:txBody>
      </p:sp>
      <p:pic>
        <p:nvPicPr>
          <p:cNvPr id="5" name="">
            <a:extLst xmlns:a="http://schemas.openxmlformats.org/drawingml/2006/main">
              <a:ext uri="{FF2B5EF4-FFF2-40B4-BE49-F238E27FC236}">
                <a16:creationId xmlns:a16="http://schemas.microsoft.com/office/drawing/2014/main" id="{CA38C261-AE83-49F8-B55D-E0394C8EB22B}"/>
              </a:ext>
            </a:extLst>
          </p:cNvPr>
          <p:cNvPicPr>
            <a:picLocks xmlns:a="http://schemas.openxmlformats.org/drawingml/2006/main" noChangeAspect="1"/>
          </p:cNvPicPr>
          <p:nvPr/>
        </p:nvPicPr>
        <p:blipFill>
          <a:blip xmlns:r="http://schemas.openxmlformats.org/officeDocument/2006/relationships" xmlns:a="http://schemas.openxmlformats.org/drawingml/2006/main" r:embed="R3d2b9850c64a4513"/>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4579F6B-DA54-4A46-BC7D-338DCDB9EA10}"/>
              </a:ext>
            </a:extLst>
          </p:cNvPr>
          <p:cNvPicPr>
            <a:picLocks xmlns:a="http://schemas.openxmlformats.org/drawingml/2006/main" noChangeAspect="1"/>
          </p:cNvPicPr>
          <p:nvPr/>
        </p:nvPicPr>
        <p:blipFill>
          <a:blip xmlns:r="http://schemas.openxmlformats.org/officeDocument/2006/relationships" xmlns:a="http://schemas.openxmlformats.org/drawingml/2006/main" r:embed="Ra3d6f1d60a904509"/>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584AD62-CAB1-4625-BA80-365E06B26B00}"/>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
            <a:extLst xmlns:a="http://schemas.openxmlformats.org/drawingml/2006/main">
              <a:ext uri="{FF2B5EF4-FFF2-40B4-BE49-F238E27FC236}">
                <a16:creationId xmlns:a16="http://schemas.microsoft.com/office/drawing/2014/main" id="{F483EF6E-9F5F-45BA-A7FB-FC22EADFDCD2}"/>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163518463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F4F4CC-D571-4132-B8A2-5FEEAE08150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
            <a:extLst xmlns:a="http://schemas.openxmlformats.org/drawingml/2006/main">
              <a:ext uri="{FF2B5EF4-FFF2-40B4-BE49-F238E27FC236}">
                <a16:creationId xmlns:a16="http://schemas.microsoft.com/office/drawing/2014/main" id="{D48A3D65-9734-44C6-ADF9-784AF05A101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5605DE2C-BCA6-42EB-B455-BE07CE14A44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
            <a:extLst xmlns:a="http://schemas.openxmlformats.org/drawingml/2006/main">
              <a:ext uri="{FF2B5EF4-FFF2-40B4-BE49-F238E27FC236}">
                <a16:creationId xmlns:a16="http://schemas.microsoft.com/office/drawing/2014/main" id="{25346641-045D-43AB-B058-24115E26F23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26</a:t>
            </a:r>
          </a:p>
        </p:txBody>
      </p:sp>
      <p:pic>
        <p:nvPicPr>
          <p:cNvPr id="5" name="">
            <a:extLst xmlns:a="http://schemas.openxmlformats.org/drawingml/2006/main">
              <a:ext uri="{FF2B5EF4-FFF2-40B4-BE49-F238E27FC236}">
                <a16:creationId xmlns:a16="http://schemas.microsoft.com/office/drawing/2014/main" id="{B0CBE739-42EF-4FDF-8D71-D26AD16A12D0}"/>
              </a:ext>
            </a:extLst>
          </p:cNvPr>
          <p:cNvPicPr>
            <a:picLocks xmlns:a="http://schemas.openxmlformats.org/drawingml/2006/main" noChangeAspect="1"/>
          </p:cNvPicPr>
          <p:nvPr/>
        </p:nvPicPr>
        <p:blipFill>
          <a:blip xmlns:r="http://schemas.openxmlformats.org/officeDocument/2006/relationships" xmlns:a="http://schemas.openxmlformats.org/drawingml/2006/main" r:embed="Rb545add450b34930"/>
          <a:stretch xmlns:a="http://schemas.openxmlformats.org/drawingml/2006/main"/>
        </p:blipFill>
        <p:spPr>
          <a:xfrm xmlns:a="http://schemas.openxmlformats.org/drawingml/2006/main">
            <a:off x="3183740" y="1476375"/>
            <a:ext cx="582452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8D68854-0EE8-4CE9-876A-C9D2FCD3554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Reduced-order demonstration; provisional mechanical parameters</a:t>
            </a:r>
          </a:p>
        </p:txBody>
      </p:sp>
    </p:spTree>
    <p:extLst>
      <p:ext uri="{BB962C8B-B14F-4D97-AF65-F5344CB8AC3E}">
        <p14:creationId xmlns:p14="http://schemas.microsoft.com/office/powerpoint/2010/main" val="119265834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D33545-14AC-49D5-B1B9-9E56771F1D6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
            <a:extLst xmlns:a="http://schemas.openxmlformats.org/drawingml/2006/main">
              <a:ext uri="{FF2B5EF4-FFF2-40B4-BE49-F238E27FC236}">
                <a16:creationId xmlns:a16="http://schemas.microsoft.com/office/drawing/2014/main" id="{75FE245C-509C-474B-AA50-25BBABE7C49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FCA55AD7-CD69-4886-B610-8A533E4813F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56EE06C0-4F65-4524-8C0F-96A05959F05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27</a:t>
            </a:r>
          </a:p>
        </p:txBody>
      </p:sp>
      <p:pic>
        <p:nvPicPr>
          <p:cNvPr id="5" name="">
            <a:extLst xmlns:a="http://schemas.openxmlformats.org/drawingml/2006/main">
              <a:ext uri="{FF2B5EF4-FFF2-40B4-BE49-F238E27FC236}">
                <a16:creationId xmlns:a16="http://schemas.microsoft.com/office/drawing/2014/main" id="{A75DFD4C-4E19-487E-A9D8-CD1F9C915C20}"/>
              </a:ext>
            </a:extLst>
          </p:cNvPr>
          <p:cNvPicPr>
            <a:picLocks xmlns:a="http://schemas.openxmlformats.org/drawingml/2006/main" noChangeAspect="1"/>
          </p:cNvPicPr>
          <p:nvPr/>
        </p:nvPicPr>
        <p:blipFill>
          <a:blip xmlns:r="http://schemas.openxmlformats.org/officeDocument/2006/relationships" xmlns:a="http://schemas.openxmlformats.org/drawingml/2006/main" r:embed="Rc3926f769eb843b1"/>
          <a:stretch xmlns:a="http://schemas.openxmlformats.org/drawingml/2006/main"/>
        </p:blipFill>
        <p:spPr>
          <a:xfrm xmlns:a="http://schemas.openxmlformats.org/drawingml/2006/main">
            <a:off x="3340554" y="1476375"/>
            <a:ext cx="5510893"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FCBC5C-8F28-49F9-8DBC-5B70B523EF1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41342886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E5A2BE-2E78-45A5-BEDA-782DD5E3832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
            <a:extLst xmlns:a="http://schemas.openxmlformats.org/drawingml/2006/main">
              <a:ext uri="{FF2B5EF4-FFF2-40B4-BE49-F238E27FC236}">
                <a16:creationId xmlns:a16="http://schemas.microsoft.com/office/drawing/2014/main" id="{AA7EA42F-7211-4343-967F-204E21661C5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A1138185-7DC1-4540-B978-A483949AB25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2B734B42-AB7C-4B0F-AE4B-55729F4F82F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50464049-88F1-429D-833A-879AB6ABAA7E}"/>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latin typeface="Calibri"/>
                          <a:ea typeface="Calibri"/>
                          <a:cs typeface="Calibri"/>
                        </a:rPr>
                        <a:t>Verification level</a:t>
                      </a:r>
                    </a:p>
                  </a:txBody>
                  <a:tcPr marL="91440" marR="91440" marT="45720" marB="45720">
                    <a:solidFill>
                      <a:srgbClr val="FFFFFF"/>
                    </a:solidFill>
                  </a:tcPr>
                </a:tc>
                <a:tc>
                  <a:txBody>
                    <a:bodyPr/>
                    <a:lstStyle/>
                    <a:p>
                      <a:r>
                        <a:rPr sz="1875" b="1">
                          <a:solidFill>
                            <a:srgbClr val="00796B"/>
                          </a:solidFill>
                          <a:latin typeface="Calibri"/>
                          <a:ea typeface="Calibri"/>
                          <a:cs typeface="Calibri"/>
                        </a:rPr>
                        <a:t>Observed result</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Sensor and command exchange</a:t>
                      </a:r>
                    </a:p>
                  </a:txBody>
                  <a:tcPr marL="91440" marR="91440" marT="45720" marB="45720">
                    <a:solidFill>
                      <a:srgbClr val="FFFFFF"/>
                    </a:solidFill>
                  </a:tcPr>
                </a:tc>
                <a:tc>
                  <a:txBody>
                    <a:bodyPr/>
                    <a:lstStyle/>
                    <a:p>
                      <a:r>
                        <a:rPr sz="1875" b="0">
                          <a:solidFill>
                            <a:srgbClr val="222222"/>
                          </a:solidFill>
                          <a:latin typeface="Calibri"/>
                          <a:ea typeface="Calibri"/>
                          <a:cs typeface="Calibri"/>
                        </a:rPr>
                        <a:t>Bit-exact scored readback</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92-actuator closed-loop run</a:t>
                      </a:r>
                    </a:p>
                  </a:txBody>
                  <a:tcPr marL="91440" marR="91440" marT="45720" marB="45720">
                    <a:solidFill>
                      <a:srgbClr val="FFFFFF"/>
                    </a:solidFill>
                  </a:tcPr>
                </a:tc>
                <a:tc>
                  <a:txBody>
                    <a:bodyPr/>
                    <a:lstStyle/>
                    <a:p>
                      <a:r>
                        <a:rPr sz="1875" b="0">
                          <a:solidFill>
                            <a:srgbClr val="222222"/>
                          </a:solidFill>
                          <a:latin typeface="Calibri"/>
                          <a:ea typeface="Calibri"/>
                          <a:cs typeface="Calibri"/>
                        </a:rPr>
                        <a:t>Signals exchanged for 5 seconds</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Full network under tonic drive</a:t>
                      </a:r>
                    </a:p>
                  </a:txBody>
                  <a:tcPr marL="91440" marR="91440" marT="45720" marB="45720">
                    <a:solidFill>
                      <a:srgbClr val="FFFFFF"/>
                    </a:solidFill>
                  </a:tcPr>
                </a:tc>
                <a:tc>
                  <a:txBody>
                    <a:bodyPr/>
                    <a:lstStyle/>
                    <a:p>
                      <a:r>
                        <a:rPr sz="1875" b="0">
                          <a:solidFill>
                            <a:srgbClr val="222222"/>
                          </a:solidFill>
                          <a:latin typeface="Calibri"/>
                          <a:ea typeface="Calibri"/>
                          <a:cs typeface="Calibri"/>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78F983E-63AD-4B5E-83B2-AE2146371561}"/>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165290917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C4CA20-8C65-458C-A2B5-967EF13A47E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
            <a:extLst xmlns:a="http://schemas.openxmlformats.org/drawingml/2006/main">
              <a:ext uri="{FF2B5EF4-FFF2-40B4-BE49-F238E27FC236}">
                <a16:creationId xmlns:a16="http://schemas.microsoft.com/office/drawing/2014/main" id="{E8FEC54C-4B40-4D26-8B89-4E4AE9A2B55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9E800E37-A11B-4174-808E-63CEC428927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9694AFD2-5059-451B-A1BE-D9887292518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F8BA3D9A-420D-4D35-9FFE-A906F21B04DE}"/>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latin typeface="Calibri"/>
                          <a:ea typeface="Calibri"/>
                          <a:cs typeface="Calibri"/>
                        </a:rPr>
                        <a:t>Contribution</a:t>
                      </a:r>
                    </a:p>
                  </a:txBody>
                  <a:tcPr marL="91440" marR="91440" marT="45720" marB="45720">
                    <a:solidFill>
                      <a:srgbClr val="FFFFFF"/>
                    </a:solidFill>
                  </a:tcPr>
                </a:tc>
                <a:tc>
                  <a:txBody>
                    <a:bodyPr/>
                    <a:lstStyle/>
                    <a:p>
                      <a:r>
                        <a:rPr sz="1875" b="1">
                          <a:solidFill>
                            <a:srgbClr val="00796B"/>
                          </a:solidFill>
                          <a:latin typeface="Calibri"/>
                          <a:ea typeface="Calibri"/>
                          <a:cs typeface="Calibri"/>
                        </a:rPr>
                        <a:t>Evidence</a:t>
                      </a:r>
                    </a:p>
                  </a:txBody>
                  <a:tcPr marL="91440" marR="91440" marT="45720" marB="45720">
                    <a:solidFill>
                      <a:srgbClr val="FFFFFF"/>
                    </a:solidFill>
                  </a:tcPr>
                </a:tc>
                <a:tc>
                  <a:txBody>
                    <a:bodyPr/>
                    <a:lstStyle/>
                    <a:p>
                      <a:r>
                        <a:rPr sz="1875" b="1">
                          <a:solidFill>
                            <a:srgbClr val="00796B"/>
                          </a:solidFill>
                          <a:latin typeface="Calibri"/>
                          <a:ea typeface="Calibri"/>
                          <a:cs typeface="Calibri"/>
                        </a:rPr>
                        <a:t>Boundary</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Actuator force model</a:t>
                      </a:r>
                    </a:p>
                  </a:txBody>
                  <a:tcPr marL="91440" marR="91440" marT="45720" marB="45720">
                    <a:solidFill>
                      <a:srgbClr val="FFFFFF"/>
                    </a:solidFill>
                  </a:tcPr>
                </a:tc>
                <a:tc>
                  <a:txBody>
                    <a:bodyPr/>
                    <a:lstStyle/>
                    <a:p>
                      <a:r>
                        <a:rPr sz="1875" b="0">
                          <a:solidFill>
                            <a:srgbClr val="222222"/>
                          </a:solidFill>
                          <a:latin typeface="Calibri"/>
                          <a:ea typeface="Calibri"/>
                          <a:cs typeface="Calibri"/>
                        </a:rPr>
                        <a:t>Measured force and held-out fits</a:t>
                      </a:r>
                    </a:p>
                  </a:txBody>
                  <a:tcPr marL="91440" marR="91440" marT="45720" marB="45720">
                    <a:solidFill>
                      <a:srgbClr val="FFFFFF"/>
                    </a:solidFill>
                  </a:tcPr>
                </a:tc>
                <a:tc>
                  <a:txBody>
                    <a:bodyPr/>
                    <a:lstStyle/>
                    <a:p>
                      <a:r>
                        <a:rPr sz="1875" b="0">
                          <a:solidFill>
                            <a:srgbClr val="222222"/>
                          </a:solidFill>
                          <a:latin typeface="Calibri"/>
                          <a:ea typeface="Calibri"/>
                          <a:cs typeface="Calibri"/>
                        </a:rPr>
                        <a:t>Static, tested actuator range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Joint model and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Held-out error and physical holds</a:t>
                      </a:r>
                    </a:p>
                  </a:txBody>
                  <a:tcPr marL="91440" marR="91440" marT="45720" marB="45720">
                    <a:solidFill>
                      <a:srgbClr val="FFFFFF"/>
                    </a:solidFill>
                  </a:tcPr>
                </a:tc>
                <a:tc>
                  <a:txBody>
                    <a:bodyPr/>
                    <a:lstStyle/>
                    <a:p>
                      <a:r>
                        <a:rPr sz="1875" b="0">
                          <a:solidFill>
                            <a:srgbClr val="222222"/>
                          </a:solidFill>
                          <a:latin typeface="Calibri"/>
                          <a:ea typeface="Calibri"/>
                          <a:cs typeface="Calibri"/>
                        </a:rPr>
                        <a:t>Variable pressure; residual mismatch</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SADb</a:t>
                      </a:r>
                    </a:p>
                  </a:txBody>
                  <a:tcPr marL="91440" marR="91440" marT="45720" marB="45720">
                    <a:solidFill>
                      <a:srgbClr val="FFFFFF"/>
                    </a:solidFill>
                  </a:tcPr>
                </a:tc>
                <a:tc>
                  <a:txBody>
                    <a:bodyPr/>
                    <a:lstStyle/>
                    <a:p>
                      <a:r>
                        <a:rPr sz="1875" b="0">
                          <a:solidFill>
                            <a:srgbClr val="222222"/>
                          </a:solidFill>
                          <a:latin typeface="Calibri"/>
                          <a:ea typeface="Calibri"/>
                          <a:cs typeface="Calibri"/>
                        </a:rPr>
                        <a:t>Inspectable linked records</a:t>
                      </a:r>
                    </a:p>
                  </a:txBody>
                  <a:tcPr marL="91440" marR="91440" marT="45720" marB="45720">
                    <a:solidFill>
                      <a:srgbClr val="FFFFFF"/>
                    </a:solidFill>
                  </a:tcPr>
                </a:tc>
                <a:tc>
                  <a:txBody>
                    <a:bodyPr/>
                    <a:lstStyle/>
                    <a:p>
                      <a:r>
                        <a:rPr sz="1875" b="0">
                          <a:solidFill>
                            <a:srgbClr val="222222"/>
                          </a:solidFill>
                          <a:latin typeface="Calibri"/>
                          <a:ea typeface="Calibri"/>
                          <a:cs typeface="Calibri"/>
                        </a:rPr>
                        <a:t>Uneven source coverage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Neural interfaces</a:t>
                      </a:r>
                    </a:p>
                  </a:txBody>
                  <a:tcPr marL="91440" marR="91440" marT="45720" marB="45720">
                    <a:solidFill>
                      <a:srgbClr val="FFFFFF"/>
                    </a:solidFill>
                  </a:tcPr>
                </a:tc>
                <a:tc>
                  <a:txBody>
                    <a:bodyPr/>
                    <a:lstStyle/>
                    <a:p>
                      <a:r>
                        <a:rPr sz="1875" b="0">
                          <a:solidFill>
                            <a:srgbClr val="222222"/>
                          </a:solidFill>
                          <a:latin typeface="Calibri"/>
                          <a:ea typeface="Calibri"/>
                          <a:cs typeface="Calibri"/>
                        </a:rPr>
                        <a:t>Matched tests and signal readback</a:t>
                      </a:r>
                    </a:p>
                  </a:txBody>
                  <a:tcPr marL="91440" marR="91440" marT="45720" marB="45720">
                    <a:solidFill>
                      <a:srgbClr val="FFFFFF"/>
                    </a:solidFill>
                  </a:tcPr>
                </a:tc>
                <a:tc>
                  <a:txBody>
                    <a:bodyPr/>
                    <a:lstStyle/>
                    <a:p>
                      <a:r>
                        <a:rPr sz="1875" b="0">
                          <a:solidFill>
                            <a:srgbClr val="222222"/>
                          </a:solidFill>
                          <a:latin typeface="Calibri"/>
                          <a:ea typeface="Calibri"/>
                          <a:cs typeface="Calibri"/>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10683828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08D549-460A-4637-B716-73B8C40F6CB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
            <a:extLst xmlns:a="http://schemas.openxmlformats.org/drawingml/2006/main">
              <a:ext uri="{FF2B5EF4-FFF2-40B4-BE49-F238E27FC236}">
                <a16:creationId xmlns:a16="http://schemas.microsoft.com/office/drawing/2014/main" id="{E31B5E4E-FC99-4973-A73F-679FDFCB16B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4E787526-3FE8-4B03-80DF-2A15A2B7BFB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
            <a:extLst xmlns:a="http://schemas.openxmlformats.org/drawingml/2006/main">
              <a:ext uri="{FF2B5EF4-FFF2-40B4-BE49-F238E27FC236}">
                <a16:creationId xmlns:a16="http://schemas.microsoft.com/office/drawing/2014/main" id="{65B3F642-3765-4FA8-AA9F-BB0809C3047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30</a:t>
            </a:r>
          </a:p>
        </p:txBody>
      </p:sp>
      <p:pic>
        <p:nvPicPr>
          <p:cNvPr id="5" name="">
            <a:extLst xmlns:a="http://schemas.openxmlformats.org/drawingml/2006/main">
              <a:ext uri="{FF2B5EF4-FFF2-40B4-BE49-F238E27FC236}">
                <a16:creationId xmlns:a16="http://schemas.microsoft.com/office/drawing/2014/main" id="{2BBB96FC-4136-497D-B899-B4841A7DB1C4}"/>
              </a:ext>
            </a:extLst>
          </p:cNvPr>
          <p:cNvPicPr>
            <a:picLocks xmlns:a="http://schemas.openxmlformats.org/drawingml/2006/main" noChangeAspect="1"/>
          </p:cNvPicPr>
          <p:nvPr/>
        </p:nvPicPr>
        <p:blipFill>
          <a:blip xmlns:r="http://schemas.openxmlformats.org/officeDocument/2006/relationships" xmlns:a="http://schemas.openxmlformats.org/drawingml/2006/main" r:embed="Ra34567ede9d24eff"/>
          <a:stretch xmlns:a="http://schemas.openxmlformats.org/drawingml/2006/main"/>
        </p:blipFill>
        <p:spPr>
          <a:xfrm xmlns:a="http://schemas.openxmlformats.org/drawingml/2006/main">
            <a:off x="2788010" y="1476375"/>
            <a:ext cx="661598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B0DE00-1D9F-42F9-9B64-39227F5F3E2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60061221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BA5F8B-F8A3-44DC-B798-DA0581D52EF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
            <a:extLst xmlns:a="http://schemas.openxmlformats.org/drawingml/2006/main">
              <a:ext uri="{FF2B5EF4-FFF2-40B4-BE49-F238E27FC236}">
                <a16:creationId xmlns:a16="http://schemas.microsoft.com/office/drawing/2014/main" id="{D4150DB6-C1E9-4D2A-8EB3-91FE174292C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
            <a:extLst xmlns:a="http://schemas.openxmlformats.org/drawingml/2006/main">
              <a:ext uri="{FF2B5EF4-FFF2-40B4-BE49-F238E27FC236}">
                <a16:creationId xmlns:a16="http://schemas.microsoft.com/office/drawing/2014/main" id="{3955A6FB-B6D0-493C-A1DF-C12E15326F0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D61A1116-D1AD-4A94-8137-410F4A9197C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31</a:t>
            </a:r>
          </a:p>
        </p:txBody>
      </p:sp>
      <p:sp>
        <p:nvSpPr>
          <p:cNvPr id="5" name="">
            <a:extLst xmlns:a="http://schemas.openxmlformats.org/drawingml/2006/main">
              <a:ext uri="{FF2B5EF4-FFF2-40B4-BE49-F238E27FC236}">
                <a16:creationId xmlns:a16="http://schemas.microsoft.com/office/drawing/2014/main" id="{65E7342B-5792-4D98-BD64-FAE8C522B7F7}"/>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xmlns:a="http://schemas.openxmlformats.org/drawingml/2006/main">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
            <a:extLst xmlns:a="http://schemas.openxmlformats.org/drawingml/2006/main">
              <a:ext uri="{FF2B5EF4-FFF2-40B4-BE49-F238E27FC236}">
                <a16:creationId xmlns:a16="http://schemas.microsoft.com/office/drawing/2014/main" id="{7AA31FDC-1B01-4C6B-A87E-302C9D6D49D6}"/>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1588837121"/>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509A3A-5AD0-48EB-89F9-3BC0A9EFC4B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
            <a:extLst xmlns:a="http://schemas.openxmlformats.org/drawingml/2006/main">
              <a:ext uri="{FF2B5EF4-FFF2-40B4-BE49-F238E27FC236}">
                <a16:creationId xmlns:a16="http://schemas.microsoft.com/office/drawing/2014/main" id="{EAC30572-B078-40CF-884A-55EC5527259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D74A657D-4B79-45E7-A9F5-AE1A3051FCB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
            <a:extLst xmlns:a="http://schemas.openxmlformats.org/drawingml/2006/main">
              <a:ext uri="{FF2B5EF4-FFF2-40B4-BE49-F238E27FC236}">
                <a16:creationId xmlns:a16="http://schemas.microsoft.com/office/drawing/2014/main" id="{395C1D96-4984-4FA3-8056-631E63BA9AE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32</a:t>
            </a:r>
          </a:p>
        </p:txBody>
      </p:sp>
      <p:pic>
        <p:nvPicPr>
          <p:cNvPr id="5" name="">
            <a:extLst xmlns:a="http://schemas.openxmlformats.org/drawingml/2006/main">
              <a:ext uri="{FF2B5EF4-FFF2-40B4-BE49-F238E27FC236}">
                <a16:creationId xmlns:a16="http://schemas.microsoft.com/office/drawing/2014/main" id="{9F866651-68CF-4C63-8A55-B2C79E9D7933}"/>
              </a:ext>
            </a:extLst>
          </p:cNvPr>
          <p:cNvPicPr>
            <a:picLocks xmlns:a="http://schemas.openxmlformats.org/drawingml/2006/main" noChangeAspect="1"/>
          </p:cNvPicPr>
          <p:nvPr/>
        </p:nvPicPr>
        <p:blipFill>
          <a:blip xmlns:r="http://schemas.openxmlformats.org/officeDocument/2006/relationships" xmlns:a="http://schemas.openxmlformats.org/drawingml/2006/main" r:embed="Rd0d081febd584ddd"/>
          <a:stretch xmlns:a="http://schemas.openxmlformats.org/drawingml/2006/main"/>
        </p:blipFill>
        <p:spPr>
          <a:xfrm xmlns:a="http://schemas.openxmlformats.org/drawingml/2006/main">
            <a:off x="428625" y="3224688"/>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E376461-18DE-407E-8DAC-6C478EE6BA8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1217258603"/>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A02C8F-321B-4C8C-BA04-DE6CB69647A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
            <a:extLst xmlns:a="http://schemas.openxmlformats.org/drawingml/2006/main">
              <a:ext uri="{FF2B5EF4-FFF2-40B4-BE49-F238E27FC236}">
                <a16:creationId xmlns:a16="http://schemas.microsoft.com/office/drawing/2014/main" id="{36A0BFD3-A7CA-4541-BDF6-5A4FB6012AC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80CF2966-27EF-425C-B623-51CD175EBCE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89044F3F-0AE8-418E-BCFB-14F9B637496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33</a:t>
            </a:r>
          </a:p>
        </p:txBody>
      </p:sp>
      <p:pic>
        <p:nvPicPr>
          <p:cNvPr id="5" name="">
            <a:extLst xmlns:a="http://schemas.openxmlformats.org/drawingml/2006/main">
              <a:ext uri="{FF2B5EF4-FFF2-40B4-BE49-F238E27FC236}">
                <a16:creationId xmlns:a16="http://schemas.microsoft.com/office/drawing/2014/main" id="{4EAC08C7-DC59-4464-B34D-FABC5C8D18EB}"/>
              </a:ext>
            </a:extLst>
          </p:cNvPr>
          <p:cNvPicPr>
            <a:picLocks xmlns:a="http://schemas.openxmlformats.org/drawingml/2006/main" noChangeAspect="1"/>
          </p:cNvPicPr>
          <p:nvPr/>
        </p:nvPicPr>
        <p:blipFill>
          <a:blip xmlns:r="http://schemas.openxmlformats.org/officeDocument/2006/relationships" xmlns:a="http://schemas.openxmlformats.org/drawingml/2006/main" r:embed="Rc37199931b30487f"/>
          <a:stretch xmlns:a="http://schemas.openxmlformats.org/drawingml/2006/main"/>
        </p:blipFill>
        <p:spPr>
          <a:xfrm xmlns:a="http://schemas.openxmlformats.org/drawingml/2006/main">
            <a:off x="1549674" y="1476375"/>
            <a:ext cx="909265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E077F0-5ECB-4692-A054-2CBF843E89B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1884023244"/>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9C3E50-1075-409A-9292-18890F85C4C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
            <a:extLst xmlns:a="http://schemas.openxmlformats.org/drawingml/2006/main">
              <a:ext uri="{FF2B5EF4-FFF2-40B4-BE49-F238E27FC236}">
                <a16:creationId xmlns:a16="http://schemas.microsoft.com/office/drawing/2014/main" id="{5967A379-166A-4F83-AC61-DCABD4F4446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A5208728-0FE9-4D68-B738-2A64862B70A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
            <a:extLst xmlns:a="http://schemas.openxmlformats.org/drawingml/2006/main">
              <a:ext uri="{FF2B5EF4-FFF2-40B4-BE49-F238E27FC236}">
                <a16:creationId xmlns:a16="http://schemas.microsoft.com/office/drawing/2014/main" id="{1478DD36-4D7D-4587-BB6C-B965C77AA6E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34</a:t>
            </a:r>
          </a:p>
        </p:txBody>
      </p:sp>
      <p:pic>
        <p:nvPicPr>
          <p:cNvPr id="5" name="">
            <a:extLst xmlns:a="http://schemas.openxmlformats.org/drawingml/2006/main">
              <a:ext uri="{FF2B5EF4-FFF2-40B4-BE49-F238E27FC236}">
                <a16:creationId xmlns:a16="http://schemas.microsoft.com/office/drawing/2014/main" id="{95EE78FB-70F5-4F55-AABC-42C1D7D09E80}"/>
              </a:ext>
            </a:extLst>
          </p:cNvPr>
          <p:cNvPicPr>
            <a:picLocks xmlns:a="http://schemas.openxmlformats.org/drawingml/2006/main" noChangeAspect="1"/>
          </p:cNvPicPr>
          <p:nvPr/>
        </p:nvPicPr>
        <p:blipFill>
          <a:blip xmlns:r="http://schemas.openxmlformats.org/officeDocument/2006/relationships" xmlns:a="http://schemas.openxmlformats.org/drawingml/2006/main" r:embed="Ra6b9edb9240840e8"/>
          <a:stretch xmlns:a="http://schemas.openxmlformats.org/drawingml/2006/main"/>
        </p:blipFill>
        <p:spPr>
          <a:xfrm xmlns:a="http://schemas.openxmlformats.org/drawingml/2006/main">
            <a:off x="3093263" y="1476375"/>
            <a:ext cx="60054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763909-CCC9-4DAE-A1D7-9DD99454BE5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1118510068"/>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68067F-8977-40E8-8FDE-74E6093D841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
            <a:extLst xmlns:a="http://schemas.openxmlformats.org/drawingml/2006/main">
              <a:ext uri="{FF2B5EF4-FFF2-40B4-BE49-F238E27FC236}">
                <a16:creationId xmlns:a16="http://schemas.microsoft.com/office/drawing/2014/main" id="{5A66FD50-4C2E-402D-BBFD-33E98B5E745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75957FF6-724F-4FE2-8FE6-E961AE480FE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A8B11E8B-51C3-475C-A71C-9CC50621F66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35</a:t>
            </a:r>
          </a:p>
        </p:txBody>
      </p:sp>
      <p:pic>
        <p:nvPicPr>
          <p:cNvPr id="5" name="">
            <a:extLst xmlns:a="http://schemas.openxmlformats.org/drawingml/2006/main">
              <a:ext uri="{FF2B5EF4-FFF2-40B4-BE49-F238E27FC236}">
                <a16:creationId xmlns:a16="http://schemas.microsoft.com/office/drawing/2014/main" id="{8120AB05-5C28-4E60-AF02-489EA0A2B79A}"/>
              </a:ext>
            </a:extLst>
          </p:cNvPr>
          <p:cNvPicPr>
            <a:picLocks xmlns:a="http://schemas.openxmlformats.org/drawingml/2006/main" noChangeAspect="1"/>
          </p:cNvPicPr>
          <p:nvPr/>
        </p:nvPicPr>
        <p:blipFill>
          <a:blip xmlns:r="http://schemas.openxmlformats.org/officeDocument/2006/relationships" xmlns:a="http://schemas.openxmlformats.org/drawingml/2006/main" r:embed="R797c1f09d2884357"/>
          <a:stretch xmlns:a="http://schemas.openxmlformats.org/drawingml/2006/main"/>
        </p:blipFill>
        <p:spPr>
          <a:xfrm xmlns:a="http://schemas.openxmlformats.org/drawingml/2006/main">
            <a:off x="3952875" y="1476375"/>
            <a:ext cx="428625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8088DB3-0C15-45E8-B4A0-7128E9B1260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2140309913"/>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B527C8-FBEE-4F50-89DE-F7DB2462900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
            <a:extLst xmlns:a="http://schemas.openxmlformats.org/drawingml/2006/main">
              <a:ext uri="{FF2B5EF4-FFF2-40B4-BE49-F238E27FC236}">
                <a16:creationId xmlns:a16="http://schemas.microsoft.com/office/drawing/2014/main" id="{DBA22866-F94B-4CE1-A811-95D7D143797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083A261E-2E09-4F45-9248-CE6B6E0F5A4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964FA7EE-0B0C-4617-B3A7-5FE9D52ED49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36</a:t>
            </a:r>
          </a:p>
        </p:txBody>
      </p:sp>
      <p:pic>
        <p:nvPicPr>
          <p:cNvPr id="5" name="">
            <a:extLst xmlns:a="http://schemas.openxmlformats.org/drawingml/2006/main">
              <a:ext uri="{FF2B5EF4-FFF2-40B4-BE49-F238E27FC236}">
                <a16:creationId xmlns:a16="http://schemas.microsoft.com/office/drawing/2014/main" id="{ED74C7AF-DF80-48D8-98CE-64BAC44BBAF0}"/>
              </a:ext>
            </a:extLst>
          </p:cNvPr>
          <p:cNvPicPr>
            <a:picLocks xmlns:a="http://schemas.openxmlformats.org/drawingml/2006/main" noChangeAspect="1"/>
          </p:cNvPicPr>
          <p:nvPr/>
        </p:nvPicPr>
        <p:blipFill>
          <a:blip xmlns:r="http://schemas.openxmlformats.org/officeDocument/2006/relationships" xmlns:a="http://schemas.openxmlformats.org/drawingml/2006/main" r:embed="Rf5d2f8fc4af74590"/>
          <a:stretch xmlns:a="http://schemas.openxmlformats.org/drawingml/2006/main"/>
        </p:blipFill>
        <p:spPr>
          <a:xfrm xmlns:a="http://schemas.openxmlformats.org/drawingml/2006/main">
            <a:off x="3004954" y="1476375"/>
            <a:ext cx="618209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729F3A4-3BBC-4032-A9A7-F18AEFA3EC6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117132919"/>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986E1B-D40B-4AD2-8BEA-AA9ACC55329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
            <a:extLst xmlns:a="http://schemas.openxmlformats.org/drawingml/2006/main">
              <a:ext uri="{FF2B5EF4-FFF2-40B4-BE49-F238E27FC236}">
                <a16:creationId xmlns:a16="http://schemas.microsoft.com/office/drawing/2014/main" id="{98A22F0B-B347-4120-83FE-D50E629D9A0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A9FAC3B8-E610-4581-8B74-620AC9CE8E6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B76615CD-3466-423A-94AC-3448ECA65C8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37</a:t>
            </a:r>
          </a:p>
        </p:txBody>
      </p:sp>
      <p:pic>
        <p:nvPicPr>
          <p:cNvPr id="5" name="">
            <a:extLst xmlns:a="http://schemas.openxmlformats.org/drawingml/2006/main">
              <a:ext uri="{FF2B5EF4-FFF2-40B4-BE49-F238E27FC236}">
                <a16:creationId xmlns:a16="http://schemas.microsoft.com/office/drawing/2014/main" id="{FD79766C-FBF4-464D-B508-1762DFD7AB25}"/>
              </a:ext>
            </a:extLst>
          </p:cNvPr>
          <p:cNvPicPr>
            <a:picLocks xmlns:a="http://schemas.openxmlformats.org/drawingml/2006/main" noChangeAspect="1"/>
          </p:cNvPicPr>
          <p:nvPr/>
        </p:nvPicPr>
        <p:blipFill>
          <a:blip xmlns:r="http://schemas.openxmlformats.org/officeDocument/2006/relationships" xmlns:a="http://schemas.openxmlformats.org/drawingml/2006/main" r:embed="R1de70f63120a4002"/>
          <a:stretch xmlns:a="http://schemas.openxmlformats.org/drawingml/2006/main"/>
        </p:blipFill>
        <p:spPr>
          <a:xfrm xmlns:a="http://schemas.openxmlformats.org/drawingml/2006/main">
            <a:off x="1977645" y="1476375"/>
            <a:ext cx="823671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A75E915-73C5-4DC2-938D-23F90BBC9DD9}"/>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4371836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2026-10-23T15:58:35.1980000Z</dcterms:created>
  <dcterms:modified xsi:type="dcterms:W3CDTF">2026-10-23T15:58:35.1990000Z</dcterms:modified>
</coreProperties>
</file>