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3b2c942333455c" /><Relationship Type="http://schemas.openxmlformats.org/officeDocument/2006/relationships/extended-properties" Target="/docProps/app.xml" Id="Ra6819e3d407546d2" /><Relationship Type="http://schemas.openxmlformats.org/officeDocument/2006/relationships/officeDocument" Target="/ppt/presentation.xml" Id="Ra3a325a2024a4df4" /></Relationships>
</file>

<file path=ppt/presentation.xml><?xml version="1.0" encoding="utf-8"?>
<p:presentation xmlns:p="http://schemas.openxmlformats.org/presentationml/2006/main">
  <p:sldMasterIdLst>
    <p:sldMasterId xmlns:r="http://schemas.openxmlformats.org/officeDocument/2006/relationships" id="2147483648" r:id="R1e6954a096984ca3"/>
  </p:sldMasterIdLst>
  <p:notesMasterIdLst>
    <p:notesMasterId xmlns:r="http://schemas.openxmlformats.org/officeDocument/2006/relationships" r:id="Ra35fc860e72c4ba9"/>
  </p:notesMasterIdLst>
  <p:sldIdLst>
    <p:sldId xmlns:r="http://schemas.openxmlformats.org/officeDocument/2006/relationships" id="256" r:id="R5770bfe7d2e240db"/>
    <p:sldId xmlns:r="http://schemas.openxmlformats.org/officeDocument/2006/relationships" id="257" r:id="R0b8cc79f263841fe"/>
    <p:sldId xmlns:r="http://schemas.openxmlformats.org/officeDocument/2006/relationships" id="258" r:id="Rb4f9969ee77947cc"/>
    <p:sldId xmlns:r="http://schemas.openxmlformats.org/officeDocument/2006/relationships" id="259" r:id="Rc51924ade73d4e6b"/>
    <p:sldId xmlns:r="http://schemas.openxmlformats.org/officeDocument/2006/relationships" id="260" r:id="R342c58d24e984edc"/>
    <p:sldId xmlns:r="http://schemas.openxmlformats.org/officeDocument/2006/relationships" id="261" r:id="R233117ab27df4567"/>
    <p:sldId xmlns:r="http://schemas.openxmlformats.org/officeDocument/2006/relationships" id="262" r:id="R8fbc1be5b3c24cf0"/>
    <p:sldId xmlns:r="http://schemas.openxmlformats.org/officeDocument/2006/relationships" id="263" r:id="R996ebb7869074aaf"/>
    <p:sldId xmlns:r="http://schemas.openxmlformats.org/officeDocument/2006/relationships" id="264" r:id="R2a4a96e77c194e60"/>
    <p:sldId xmlns:r="http://schemas.openxmlformats.org/officeDocument/2006/relationships" id="265" r:id="R662542d0835c487b"/>
    <p:sldId xmlns:r="http://schemas.openxmlformats.org/officeDocument/2006/relationships" id="266" r:id="R7ec078d4a8ce4587"/>
    <p:sldId xmlns:r="http://schemas.openxmlformats.org/officeDocument/2006/relationships" id="267" r:id="Rdee01fa59e214cb2"/>
    <p:sldId xmlns:r="http://schemas.openxmlformats.org/officeDocument/2006/relationships" id="268" r:id="R800c8b7230b249be"/>
    <p:sldId xmlns:r="http://schemas.openxmlformats.org/officeDocument/2006/relationships" id="269" r:id="Rf87208155b2742f0"/>
    <p:sldId xmlns:r="http://schemas.openxmlformats.org/officeDocument/2006/relationships" id="270" r:id="Refc896b99cb14938"/>
    <p:sldId xmlns:r="http://schemas.openxmlformats.org/officeDocument/2006/relationships" id="271" r:id="Rb44878e9f6694b9c"/>
    <p:sldId xmlns:r="http://schemas.openxmlformats.org/officeDocument/2006/relationships" id="272" r:id="R83ffe87a63a54b96"/>
    <p:sldId xmlns:r="http://schemas.openxmlformats.org/officeDocument/2006/relationships" id="273" r:id="R5a54e429da0b41fa"/>
    <p:sldId xmlns:r="http://schemas.openxmlformats.org/officeDocument/2006/relationships" id="274" r:id="Rc8021b49f43b49bb"/>
    <p:sldId xmlns:r="http://schemas.openxmlformats.org/officeDocument/2006/relationships" id="275" r:id="Ra7420abeccfa455a"/>
    <p:sldId xmlns:r="http://schemas.openxmlformats.org/officeDocument/2006/relationships" id="276" r:id="Rf693e53a20454823"/>
    <p:sldId xmlns:r="http://schemas.openxmlformats.org/officeDocument/2006/relationships" id="277" r:id="R3c2863313a854e5d"/>
    <p:sldId xmlns:r="http://schemas.openxmlformats.org/officeDocument/2006/relationships" id="278" r:id="R08e88f110fb94efd"/>
    <p:sldId xmlns:r="http://schemas.openxmlformats.org/officeDocument/2006/relationships" id="279" r:id="R5144eb2b18894500"/>
    <p:sldId xmlns:r="http://schemas.openxmlformats.org/officeDocument/2006/relationships" id="280" r:id="R49c60fd4e83c4bfd"/>
    <p:sldId xmlns:r="http://schemas.openxmlformats.org/officeDocument/2006/relationships" id="281" r:id="R96e94159d2e04979"/>
    <p:sldId xmlns:r="http://schemas.openxmlformats.org/officeDocument/2006/relationships" id="282" r:id="R9bb0c20e6ff842db"/>
    <p:sldId xmlns:r="http://schemas.openxmlformats.org/officeDocument/2006/relationships" id="283" r:id="Rddcec640ff95490a"/>
    <p:sldId xmlns:r="http://schemas.openxmlformats.org/officeDocument/2006/relationships" id="284" r:id="R7819360947374836"/>
    <p:sldId xmlns:r="http://schemas.openxmlformats.org/officeDocument/2006/relationships" id="285" r:id="R9f78f913a8764b5e"/>
    <p:sldId xmlns:r="http://schemas.openxmlformats.org/officeDocument/2006/relationships" id="286" r:id="R6eed7ccf62c149c5"/>
    <p:sldId xmlns:r="http://schemas.openxmlformats.org/officeDocument/2006/relationships" id="287" r:id="R027bd0ea74c6441d"/>
    <p:sldId xmlns:r="http://schemas.openxmlformats.org/officeDocument/2006/relationships" id="288" r:id="Rc0c35f437c984951"/>
    <p:sldId xmlns:r="http://schemas.openxmlformats.org/officeDocument/2006/relationships" id="289" r:id="R6c3a636cc6334456"/>
    <p:sldId xmlns:r="http://schemas.openxmlformats.org/officeDocument/2006/relationships" id="290" r:id="R865dd253e3b34207"/>
    <p:sldId xmlns:r="http://schemas.openxmlformats.org/officeDocument/2006/relationships" id="291" r:id="Raa021da59e484a01"/>
    <p:sldId xmlns:r="http://schemas.openxmlformats.org/officeDocument/2006/relationships" id="292" r:id="Ra439790619db4c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229cb4c03044c7" /><Relationship Type="http://schemas.openxmlformats.org/officeDocument/2006/relationships/slideMaster" Target="/ppt/slideMasters/slideMaster1.xml" Id="R1e6954a096984ca3" /><Relationship Type="http://schemas.openxmlformats.org/officeDocument/2006/relationships/notesMaster" Target="/ppt/notesMasters/notesMaster1.xml" Id="Ra35fc860e72c4ba9" /><Relationship Type="http://schemas.openxmlformats.org/officeDocument/2006/relationships/presProps" Target="/ppt/presProps.xml" Id="R19bb278ae59646b2" /><Relationship Type="http://schemas.openxmlformats.org/officeDocument/2006/relationships/tableStyles" Target="/ppt/tableStyles.xml" Id="R2743904092764bef" /><Relationship Type="http://schemas.openxmlformats.org/officeDocument/2006/relationships/slide" Target="/ppt/slides/slide1.xml" Id="R5770bfe7d2e240db" /><Relationship Type="http://schemas.openxmlformats.org/officeDocument/2006/relationships/slide" Target="/ppt/slides/slide2.xml" Id="R0b8cc79f263841fe" /><Relationship Type="http://schemas.openxmlformats.org/officeDocument/2006/relationships/slide" Target="/ppt/slides/slide3.xml" Id="Rb4f9969ee77947cc" /><Relationship Type="http://schemas.openxmlformats.org/officeDocument/2006/relationships/slide" Target="/ppt/slides/slide4.xml" Id="Rc51924ade73d4e6b" /><Relationship Type="http://schemas.openxmlformats.org/officeDocument/2006/relationships/slide" Target="/ppt/slides/slide5.xml" Id="R342c58d24e984edc" /><Relationship Type="http://schemas.openxmlformats.org/officeDocument/2006/relationships/slide" Target="/ppt/slides/slide6.xml" Id="R233117ab27df4567" /><Relationship Type="http://schemas.openxmlformats.org/officeDocument/2006/relationships/slide" Target="/ppt/slides/slide7.xml" Id="R8fbc1be5b3c24cf0" /><Relationship Type="http://schemas.openxmlformats.org/officeDocument/2006/relationships/slide" Target="/ppt/slides/slide8.xml" Id="R996ebb7869074aaf" /><Relationship Type="http://schemas.openxmlformats.org/officeDocument/2006/relationships/slide" Target="/ppt/slides/slide9.xml" Id="R2a4a96e77c194e60" /><Relationship Type="http://schemas.openxmlformats.org/officeDocument/2006/relationships/slide" Target="/ppt/slides/slide10.xml" Id="R662542d0835c487b" /><Relationship Type="http://schemas.openxmlformats.org/officeDocument/2006/relationships/slide" Target="/ppt/slides/slide11.xml" Id="R7ec078d4a8ce4587" /><Relationship Type="http://schemas.openxmlformats.org/officeDocument/2006/relationships/slide" Target="/ppt/slides/slide12.xml" Id="Rdee01fa59e214cb2" /><Relationship Type="http://schemas.openxmlformats.org/officeDocument/2006/relationships/slide" Target="/ppt/slides/slide13.xml" Id="R800c8b7230b249be" /><Relationship Type="http://schemas.openxmlformats.org/officeDocument/2006/relationships/slide" Target="/ppt/slides/slide14.xml" Id="Rf87208155b2742f0" /><Relationship Type="http://schemas.openxmlformats.org/officeDocument/2006/relationships/slide" Target="/ppt/slides/slide15.xml" Id="Refc896b99cb14938" /><Relationship Type="http://schemas.openxmlformats.org/officeDocument/2006/relationships/slide" Target="/ppt/slides/slide16.xml" Id="Rb44878e9f6694b9c" /><Relationship Type="http://schemas.openxmlformats.org/officeDocument/2006/relationships/slide" Target="/ppt/slides/slide17.xml" Id="R83ffe87a63a54b96" /><Relationship Type="http://schemas.openxmlformats.org/officeDocument/2006/relationships/slide" Target="/ppt/slides/slide18.xml" Id="R5a54e429da0b41fa" /><Relationship Type="http://schemas.openxmlformats.org/officeDocument/2006/relationships/slide" Target="/ppt/slides/slide19.xml" Id="Rc8021b49f43b49bb" /><Relationship Type="http://schemas.openxmlformats.org/officeDocument/2006/relationships/slide" Target="/ppt/slides/slide20.xml" Id="Ra7420abeccfa455a" /><Relationship Type="http://schemas.openxmlformats.org/officeDocument/2006/relationships/slide" Target="/ppt/slides/slide21.xml" Id="Rf693e53a20454823" /><Relationship Type="http://schemas.openxmlformats.org/officeDocument/2006/relationships/slide" Target="/ppt/slides/slide22.xml" Id="R3c2863313a854e5d" /><Relationship Type="http://schemas.openxmlformats.org/officeDocument/2006/relationships/slide" Target="/ppt/slides/slide23.xml" Id="R08e88f110fb94efd" /><Relationship Type="http://schemas.openxmlformats.org/officeDocument/2006/relationships/slide" Target="/ppt/slides/slide24.xml" Id="R5144eb2b18894500" /><Relationship Type="http://schemas.openxmlformats.org/officeDocument/2006/relationships/slide" Target="/ppt/slides/slide25.xml" Id="R49c60fd4e83c4bfd" /><Relationship Type="http://schemas.openxmlformats.org/officeDocument/2006/relationships/slide" Target="/ppt/slides/slide26.xml" Id="R96e94159d2e04979" /><Relationship Type="http://schemas.openxmlformats.org/officeDocument/2006/relationships/slide" Target="/ppt/slides/slide27.xml" Id="R9bb0c20e6ff842db" /><Relationship Type="http://schemas.openxmlformats.org/officeDocument/2006/relationships/slide" Target="/ppt/slides/slide28.xml" Id="Rddcec640ff95490a" /><Relationship Type="http://schemas.openxmlformats.org/officeDocument/2006/relationships/slide" Target="/ppt/slides/slide29.xml" Id="R7819360947374836" /><Relationship Type="http://schemas.openxmlformats.org/officeDocument/2006/relationships/slide" Target="/ppt/slides/slide30.xml" Id="R9f78f913a8764b5e" /><Relationship Type="http://schemas.openxmlformats.org/officeDocument/2006/relationships/slide" Target="/ppt/slides/slide31.xml" Id="R6eed7ccf62c149c5" /><Relationship Type="http://schemas.openxmlformats.org/officeDocument/2006/relationships/slide" Target="/ppt/slides/slide32.xml" Id="R027bd0ea74c6441d" /><Relationship Type="http://schemas.openxmlformats.org/officeDocument/2006/relationships/slide" Target="/ppt/slides/slide33.xml" Id="Rc0c35f437c984951" /><Relationship Type="http://schemas.openxmlformats.org/officeDocument/2006/relationships/slide" Target="/ppt/slides/slide34.xml" Id="R6c3a636cc6334456" /><Relationship Type="http://schemas.openxmlformats.org/officeDocument/2006/relationships/slide" Target="/ppt/slides/slide35.xml" Id="R865dd253e3b34207" /><Relationship Type="http://schemas.openxmlformats.org/officeDocument/2006/relationships/slide" Target="/ppt/slides/slide36.xml" Id="Raa021da59e484a01" /><Relationship Type="http://schemas.openxmlformats.org/officeDocument/2006/relationships/slide" Target="/ppt/slides/slide37.xml" Id="Ra439790619db4c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5b51a5d9c340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92a18a00d74e29" /><Relationship Type="http://schemas.openxmlformats.org/officeDocument/2006/relationships/notesMaster" Target="/ppt/notesMasters/notesMaster1.xml" Id="R2f42ef93861a47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07304cd7a84358" /><Relationship Type="http://schemas.openxmlformats.org/officeDocument/2006/relationships/notesMaster" Target="/ppt/notesMasters/notesMaster1.xml" Id="Rbca42f083fc146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b8a494b2a5405f" /><Relationship Type="http://schemas.openxmlformats.org/officeDocument/2006/relationships/notesMaster" Target="/ppt/notesMasters/notesMaster1.xml" Id="R6f6c23b9fcba46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83e839d93c497f" /><Relationship Type="http://schemas.openxmlformats.org/officeDocument/2006/relationships/notesMaster" Target="/ppt/notesMasters/notesMaster1.xml" Id="Re76e91aeead349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3d96448b7740f1" /><Relationship Type="http://schemas.openxmlformats.org/officeDocument/2006/relationships/notesMaster" Target="/ppt/notesMasters/notesMaster1.xml" Id="Rff12734886d145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3d6e6e1f0e4e18" /><Relationship Type="http://schemas.openxmlformats.org/officeDocument/2006/relationships/notesMaster" Target="/ppt/notesMasters/notesMaster1.xml" Id="R99e18a5fc07c49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09804da94f48be" /><Relationship Type="http://schemas.openxmlformats.org/officeDocument/2006/relationships/notesMaster" Target="/ppt/notesMasters/notesMaster1.xml" Id="Rf4708a3f2c314b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16b2e3b61c491f" /><Relationship Type="http://schemas.openxmlformats.org/officeDocument/2006/relationships/notesMaster" Target="/ppt/notesMasters/notesMaster1.xml" Id="R2f139cbd447d4d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a1c8f381644d08" /><Relationship Type="http://schemas.openxmlformats.org/officeDocument/2006/relationships/notesMaster" Target="/ppt/notesMasters/notesMaster1.xml" Id="Rd51b95b04a5a41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635382e8cc4e93" /><Relationship Type="http://schemas.openxmlformats.org/officeDocument/2006/relationships/notesMaster" Target="/ppt/notesMasters/notesMaster1.xml" Id="Ref2e858dc1f147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277bae3da847a1" /><Relationship Type="http://schemas.openxmlformats.org/officeDocument/2006/relationships/notesMaster" Target="/ppt/notesMasters/notesMaster1.xml" Id="Rd0c8a8b670144d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964ce5bd1244a7" /><Relationship Type="http://schemas.openxmlformats.org/officeDocument/2006/relationships/notesMaster" Target="/ppt/notesMasters/notesMaster1.xml" Id="Re6914a1b1e014c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f0b7cfa42d44c4" /><Relationship Type="http://schemas.openxmlformats.org/officeDocument/2006/relationships/notesMaster" Target="/ppt/notesMasters/notesMaster1.xml" Id="R2824c8da112949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8ab871d2cb495a" /><Relationship Type="http://schemas.openxmlformats.org/officeDocument/2006/relationships/notesMaster" Target="/ppt/notesMasters/notesMaster1.xml" Id="R5bce72aa2f814d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930f36c07b4afe" /><Relationship Type="http://schemas.openxmlformats.org/officeDocument/2006/relationships/notesMaster" Target="/ppt/notesMasters/notesMaster1.xml" Id="Rbeccce3b20c148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7ba7d06b224323" /><Relationship Type="http://schemas.openxmlformats.org/officeDocument/2006/relationships/notesMaster" Target="/ppt/notesMasters/notesMaster1.xml" Id="Rad7ac656ea1e4f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d7f2df960e4520" /><Relationship Type="http://schemas.openxmlformats.org/officeDocument/2006/relationships/notesMaster" Target="/ppt/notesMasters/notesMaster1.xml" Id="Re1e94775e74b47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bfa69f3b3243b0" /><Relationship Type="http://schemas.openxmlformats.org/officeDocument/2006/relationships/notesMaster" Target="/ppt/notesMasters/notesMaster1.xml" Id="R71d91493a21542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5074ba260e4176" /><Relationship Type="http://schemas.openxmlformats.org/officeDocument/2006/relationships/notesMaster" Target="/ppt/notesMasters/notesMaster1.xml" Id="R7e87ea5f5e0543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7d66921cfd495d" /><Relationship Type="http://schemas.openxmlformats.org/officeDocument/2006/relationships/notesMaster" Target="/ppt/notesMasters/notesMaster1.xml" Id="Ra5cfa4c1cd7742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dd56b8a98a47c2" /><Relationship Type="http://schemas.openxmlformats.org/officeDocument/2006/relationships/notesMaster" Target="/ppt/notesMasters/notesMaster1.xml" Id="R0651054c5b5348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ded9d9bab747de" /><Relationship Type="http://schemas.openxmlformats.org/officeDocument/2006/relationships/notesMaster" Target="/ppt/notesMasters/notesMaster1.xml" Id="R0d415ce8875244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2b0bfdbb4f4196" /><Relationship Type="http://schemas.openxmlformats.org/officeDocument/2006/relationships/notesMaster" Target="/ppt/notesMasters/notesMaster1.xml" Id="R2b63a8fe782d49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2f7af2b28d43a2" /><Relationship Type="http://schemas.openxmlformats.org/officeDocument/2006/relationships/notesMaster" Target="/ppt/notesMasters/notesMaster1.xml" Id="Rd2cb3383404a48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8493bed3c44f43" /><Relationship Type="http://schemas.openxmlformats.org/officeDocument/2006/relationships/notesMaster" Target="/ppt/notesMasters/notesMaster1.xml" Id="Rf7e7175aa3034a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a7a014d98e4dd0" /><Relationship Type="http://schemas.openxmlformats.org/officeDocument/2006/relationships/notesMaster" Target="/ppt/notesMasters/notesMaster1.xml" Id="R0264ced637af40e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c17649792854334" /><Relationship Type="http://schemas.openxmlformats.org/officeDocument/2006/relationships/notesMaster" Target="/ppt/notesMasters/notesMaster1.xml" Id="Ra79c6cd21dec46f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62ce3531024ef1" /><Relationship Type="http://schemas.openxmlformats.org/officeDocument/2006/relationships/notesMaster" Target="/ppt/notesMasters/notesMaster1.xml" Id="R595ecaea35004f0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415490c0a74d2c" /><Relationship Type="http://schemas.openxmlformats.org/officeDocument/2006/relationships/notesMaster" Target="/ppt/notesMasters/notesMaster1.xml" Id="Rb718fd2ea1144da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fee5a173841420b" /><Relationship Type="http://schemas.openxmlformats.org/officeDocument/2006/relationships/notesMaster" Target="/ppt/notesMasters/notesMaster1.xml" Id="Rc9fb6eb40548496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49aa2b5aab420e" /><Relationship Type="http://schemas.openxmlformats.org/officeDocument/2006/relationships/notesMaster" Target="/ppt/notesMasters/notesMaster1.xml" Id="R02fa2d5acba84f5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2d5ec2b39a4d2e" /><Relationship Type="http://schemas.openxmlformats.org/officeDocument/2006/relationships/notesMaster" Target="/ppt/notesMasters/notesMaster1.xml" Id="R40021e1b69f647d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2ddc5c6c984d99" /><Relationship Type="http://schemas.openxmlformats.org/officeDocument/2006/relationships/notesMaster" Target="/ppt/notesMasters/notesMaster1.xml" Id="R6f2653db5eee40c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41beddfa0d34d3d" /><Relationship Type="http://schemas.openxmlformats.org/officeDocument/2006/relationships/notesMaster" Target="/ppt/notesMasters/notesMaster1.xml" Id="R906249de7d2e4d5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8aea9c501814abd" /><Relationship Type="http://schemas.openxmlformats.org/officeDocument/2006/relationships/notesMaster" Target="/ppt/notesMasters/notesMaster1.xml" Id="R8e8b38cb08ec4c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657d5fd6a354e1d" /><Relationship Type="http://schemas.openxmlformats.org/officeDocument/2006/relationships/notesMaster" Target="/ppt/notesMasters/notesMaster1.xml" Id="Rb5d29828f59c433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c46ee1c72b34199" /><Relationship Type="http://schemas.openxmlformats.org/officeDocument/2006/relationships/notesMaster" Target="/ppt/notesMasters/notesMaster1.xml" Id="R42bffb457852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Papers\Dissertation\Defense\deck_builder\deck_assets\figs\FStar10.png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Papers\Dissertation\Defense\deck_builder\deck_assets\figs\testJigs_knee.png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Papers\Dissertation\Notes\advisor_revision_20261022\Revision_C\figs\30-torque\FlxPin_preopt-eps-converted-to.pdf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Both panels are held-out validation tests of the current adopted fold. The adopted full two-bracket model reduces mean RMSE from 8.656 to 1.624 N·m for training and 7.588 to 1.490 N·m for validation. RMSE means root-mean-square error. Figure traces illustrate the pattern; they do not replace per-test statistics. The nominal panel labels 46 cm and 40 cm tendon correspond to actual lengths 45.7 cm and 40.6 cm, as explained by the current caption.</a:t>
            </a:r>
          </a:p>
          <a:p xmlns:a="http://schemas.openxmlformats.org/drawingml/2006/main">
            <a:r>
              <a:t/>
            </a:r>
          </a:p>
          <a:p xmlns:a="http://schemas.openxmlformats.org/drawingml/2006/main">
            <a:r>
              <a:t>Sources: Revision C · Ch. 4, Fig. FlxPin_optimized; Table FlxPinGof</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Papers\Dissertation\Notes\advisor_revision_20261022\Revision_C\figs\30-torque\FlxPin_optimized-eps-converted-to.pdf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Papers\Dissertation\Defense\deck_builder\deck_assets\figs\b_flxgrp_trim.png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Cam route, panel A; assembled hardware photograph</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Papers\Dissertation\Notes\advisor_revision_20261022\Revision_C\figs\30-torque\extensor_cam_route.pdf</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Papers\Dissertation\Notes\advisor_revision_20261022\Revision_C\figs\30-torque\extensor_20mm_physical.png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study · Fig. Flx20mm; final MATLAB reduction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Papers\Dissertation\Notes\advisor_revision_20261022\Revision_C\figs\50-database\sadb_clusters_app.png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Papers\Dissertation\Notes\advisor_revision_20261022\Revision_C\figs\50-database\sadb_pivot_app.png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 body view and left-joint traces are the historical AnimatLab reference images. The angle units are not explicit in the source capture, so no numeric amplitude is asserted or converted.</a:t>
            </a:r>
          </a:p>
          <a:p xmlns:a="http://schemas.openxmlformats.org/drawingml/2006/main">
            <a:r>
              <a:t/>
            </a:r>
          </a:p>
          <a:p xmlns:a="http://schemas.openxmlformats.org/drawingml/2006/main">
            <a:r>
              <a:t>Sources: Revision C · Ch. 6, The AnimatLab Bipedal Walker; Li (2017), Deng (2019), Bolen (2021)</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Papers\Dissertation\Notes\advisor_revision_20261022\Revision_C\figs\60-sns\AnimatLab_reference\OurWalker.png</a:t>
            </a:r>
          </a:p>
          <a:p xmlns:a="http://schemas.openxmlformats.org/drawingml/2006/main">
            <a:r>
              <a:t>D:\Github\Bipedal_Robot\Documentation\Reports and Papers\Dissertation\Notes\advisor_revision_20261022\Revision_C\figs\60-sns\AnimatLab_reference\jointAngles.PNG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Papers\Dissertation\Defense\deck_builder\deck_assets\figs\c_simulink_sns_library_grid.png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Papers\Dissertation\Notes\advisor_revision_20261022\Revision_C\figs\60-sns\KneeReflex_circuit.pdf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Papers\Dissertation\Notes\advisor_revision_20261022\Revision_C\figs\60-sns\pipeline.pdf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Papers\Dissertation\Defense\deck_builder\deck_assets\eqs\force.png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Papers\Dissertation\Defense\deck_builder\deck_assets\figs\b_ext10mm_trim.png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Papers\Dissertation\Notes\advisor_revision_20261022\Revision_C\figs\30-torque\pulley_margin_resolved.pdf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Papers\Dissertation\Defense\deck_builder\deck_assets\figs\c_bpa_nonspiking_joints.png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Papers\Dissertation\Defense\deck_builder\deck_assets\figs\c_simulink_knee_spiking_twin.png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28c10192774f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48ef831e074e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0b96f597f843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74003a396c44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b556415acb4a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98300b558b47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286B59-745D-428B-92C4-50021BC93DE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84F214-5C07-4FA3-90F3-4455FD599F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1C81346-A08B-4046-B403-13DFB7B57A2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D5137B-4B5E-46B5-910B-D8209ACBCF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68596A-1EA7-42EA-9DB6-13CC7A279F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2808B5-FC35-45B6-A58D-A9EABC17C7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3CBF71-29AD-4D9C-BFA7-D4896B0A1D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F23D0E-EA9E-4447-8367-82CCA0E10F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83750B-8049-4B1B-A995-2FF3170B08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B1EF26-7620-4669-B4A8-321FD222F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6223b14e2a4c33" /><Relationship Type="http://schemas.openxmlformats.org/officeDocument/2006/relationships/slideLayout" Target="/ppt/slideLayouts/slideLayout1.xml" Id="R4c78f4e6bc22474b" /><Relationship Type="http://schemas.openxmlformats.org/officeDocument/2006/relationships/slideLayout" Target="/ppt/slideLayouts/slideLayout2.xml" Id="Rd600393cd0584842" /><Relationship Type="http://schemas.openxmlformats.org/officeDocument/2006/relationships/slideLayout" Target="/ppt/slideLayouts/slideLayout3.xml" Id="R395e43e1366546ce" /><Relationship Type="http://schemas.openxmlformats.org/officeDocument/2006/relationships/slideLayout" Target="/ppt/slideLayouts/slideLayout4.xml" Id="Rc5e7a7c0d33b48d9" /><Relationship Type="http://schemas.openxmlformats.org/officeDocument/2006/relationships/slideLayout" Target="/ppt/slideLayouts/slideLayout5.xml" Id="Rda98519c21224443" /><Relationship Type="http://schemas.openxmlformats.org/officeDocument/2006/relationships/slideLayout" Target="/ppt/slideLayouts/slideLayout6.xml" Id="R4030153a8c214a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78f4e6bc22474b"/>
    <p:sldLayoutId xmlns:r="http://schemas.openxmlformats.org/officeDocument/2006/relationships" id="2147483650" r:id="Rd600393cd0584842"/>
    <p:sldLayoutId xmlns:r="http://schemas.openxmlformats.org/officeDocument/2006/relationships" id="2147483651" r:id="R395e43e1366546ce"/>
    <p:sldLayoutId xmlns:r="http://schemas.openxmlformats.org/officeDocument/2006/relationships" id="2147483652" r:id="Rc5e7a7c0d33b48d9"/>
    <p:sldLayoutId xmlns:r="http://schemas.openxmlformats.org/officeDocument/2006/relationships" id="2147483653" r:id="Rda98519c21224443"/>
    <p:sldLayoutId xmlns:r="http://schemas.openxmlformats.org/officeDocument/2006/relationships" id="2147483654" r:id="R4030153a8c214a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ce00f24c8e4581" /><Relationship Type="http://schemas.openxmlformats.org/officeDocument/2006/relationships/image" Target="/ppt/media/image.png" Id="R4daf298a98fc4bfd" /><Relationship Type="http://schemas.openxmlformats.org/officeDocument/2006/relationships/notesSlide" Target="/ppt/notesSlides/notesSlide1.xml" Id="Re8a115795faf47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6f425629a242bc" /><Relationship Type="http://schemas.openxmlformats.org/officeDocument/2006/relationships/notesSlide" Target="/ppt/notesSlides/notesSlide2.xml" Id="R4eb2e79b1aca44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10e52fb93b4658" /><Relationship Type="http://schemas.openxmlformats.org/officeDocument/2006/relationships/image" Target="/ppt/media/image2.png" Id="R619b42e45e804360" /><Relationship Type="http://schemas.openxmlformats.org/officeDocument/2006/relationships/image" Target="/ppt/media/image3.png" Id="R87c729d863bd4006" /><Relationship Type="http://schemas.openxmlformats.org/officeDocument/2006/relationships/notesSlide" Target="/ppt/notesSlides/notesSlide3.xml" Id="R3af0871782d34b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d7e1c4644c4c63" /><Relationship Type="http://schemas.openxmlformats.org/officeDocument/2006/relationships/image" Target="/ppt/media/image4.png" Id="R64d94c98241e4085" /><Relationship Type="http://schemas.openxmlformats.org/officeDocument/2006/relationships/notesSlide" Target="/ppt/notesSlides/notesSlide4.xml" Id="Rd1345414b38241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722658652542ab" /><Relationship Type="http://schemas.openxmlformats.org/officeDocument/2006/relationships/image" Target="/ppt/media/image5.png" Id="R3465ee7a21a94dc3" /><Relationship Type="http://schemas.openxmlformats.org/officeDocument/2006/relationships/image" Target="/ppt/media/image6.png" Id="Rc2d8faba2a984ba7" /><Relationship Type="http://schemas.openxmlformats.org/officeDocument/2006/relationships/notesSlide" Target="/ppt/notesSlides/notesSlide5.xml" Id="R173daede46cd47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e2ce1b0a0d4eca" /><Relationship Type="http://schemas.openxmlformats.org/officeDocument/2006/relationships/chart" Target="/ppt/slides/charts/chart1.xml" Id="Ra820b6413a4c483a" /><Relationship Type="http://schemas.openxmlformats.org/officeDocument/2006/relationships/notesSlide" Target="/ppt/notesSlides/notesSlide6.xml" Id="R866348c6f5b744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f3614c3d2b4b71" /><Relationship Type="http://schemas.openxmlformats.org/officeDocument/2006/relationships/image" Target="/ppt/media/image7.png" Id="Rd1f1130fd62e406a" /><Relationship Type="http://schemas.openxmlformats.org/officeDocument/2006/relationships/image" Target="/ppt/media/image8.png" Id="R330f13c6fa2045c9" /><Relationship Type="http://schemas.openxmlformats.org/officeDocument/2006/relationships/notesSlide" Target="/ppt/notesSlides/notesSlide7.xml" Id="R1684bd4174454e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476edf54c0f4694" /><Relationship Type="http://schemas.openxmlformats.org/officeDocument/2006/relationships/image" Target="/ppt/media/image9.png" Id="R6752bcc6be274374" /><Relationship Type="http://schemas.openxmlformats.org/officeDocument/2006/relationships/notesSlide" Target="/ppt/notesSlides/notesSlide8.xml" Id="R8ea761c39aaf46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ab1272fe4744b3" /><Relationship Type="http://schemas.openxmlformats.org/officeDocument/2006/relationships/image" Target="/ppt/media/image10.png" Id="R998563dc5c7c4f7e" /><Relationship Type="http://schemas.openxmlformats.org/officeDocument/2006/relationships/notesSlide" Target="/ppt/notesSlides/notesSlide9.xml" Id="Rca48b66b995740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865a0d199a4a24" /><Relationship Type="http://schemas.openxmlformats.org/officeDocument/2006/relationships/image" Target="/ppt/media/image11.png" Id="Rb719173960854109" /><Relationship Type="http://schemas.openxmlformats.org/officeDocument/2006/relationships/notesSlide" Target="/ppt/notesSlides/notesSlide10.xml" Id="R0ea24b50311e4f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569064bea4e40ea" /><Relationship Type="http://schemas.openxmlformats.org/officeDocument/2006/relationships/image" Target="/ppt/media/image12.png" Id="R7e5a87f8d42b4164" /><Relationship Type="http://schemas.openxmlformats.org/officeDocument/2006/relationships/notesSlide" Target="/ppt/notesSlides/notesSlide11.xml" Id="R394af72b307145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90d43f64644508" /><Relationship Type="http://schemas.openxmlformats.org/officeDocument/2006/relationships/notesSlide" Target="/ppt/notesSlides/notesSlide12.xml" Id="R0f1b0bd5d7214d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8f9764052f4553" /><Relationship Type="http://schemas.openxmlformats.org/officeDocument/2006/relationships/image" Target="/ppt/media/image13.png" Id="R69334e5188174468" /><Relationship Type="http://schemas.openxmlformats.org/officeDocument/2006/relationships/notesSlide" Target="/ppt/notesSlides/notesSlide13.xml" Id="R6f8ecc1afcdd42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9ec5cf52c84772" /><Relationship Type="http://schemas.openxmlformats.org/officeDocument/2006/relationships/notesSlide" Target="/ppt/notesSlides/notesSlide14.xml" Id="Rabf906d694cf49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25f9497ff584ab7" /><Relationship Type="http://schemas.openxmlformats.org/officeDocument/2006/relationships/image" Target="/ppt/media/image14.png" Id="R23fabdc9a8d14011" /><Relationship Type="http://schemas.openxmlformats.org/officeDocument/2006/relationships/notesSlide" Target="/ppt/notesSlides/notesSlide15.xml" Id="R12c00472252645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beecef7727b49ef" /><Relationship Type="http://schemas.openxmlformats.org/officeDocument/2006/relationships/image" Target="/ppt/media/image15.png" Id="R4259f57e62fb462a" /><Relationship Type="http://schemas.openxmlformats.org/officeDocument/2006/relationships/image" Target="/ppt/media/image16.png" Id="R94ad52084abb4591" /><Relationship Type="http://schemas.openxmlformats.org/officeDocument/2006/relationships/notesSlide" Target="/ppt/notesSlides/notesSlide16.xml" Id="R65b16b7fca334a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4e5c01a13d440c" /><Relationship Type="http://schemas.openxmlformats.org/officeDocument/2006/relationships/image" Target="/ppt/media/image17.png" Id="R6234ce6c48e24ffd" /><Relationship Type="http://schemas.openxmlformats.org/officeDocument/2006/relationships/notesSlide" Target="/ppt/notesSlides/notesSlide17.xml" Id="R0b7bd6bdad604e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6be503230f0403d" /><Relationship Type="http://schemas.openxmlformats.org/officeDocument/2006/relationships/image" Target="/ppt/media/image18.png" Id="R5d1d49c1b9584823" /><Relationship Type="http://schemas.openxmlformats.org/officeDocument/2006/relationships/notesSlide" Target="/ppt/notesSlides/notesSlide18.xml" Id="Rb0658b1b9b5848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c6a2431d8fa4640" /><Relationship Type="http://schemas.openxmlformats.org/officeDocument/2006/relationships/image" Target="/ppt/media/image19.png" Id="R9fad284ce24f47cc" /><Relationship Type="http://schemas.openxmlformats.org/officeDocument/2006/relationships/notesSlide" Target="/ppt/notesSlides/notesSlide19.xml" Id="R1c589c28aafc4cc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5465a7a9e3d4466" /><Relationship Type="http://schemas.openxmlformats.org/officeDocument/2006/relationships/image" Target="/ppt/media/image20.png" Id="R581572ef46fd4d76" /><Relationship Type="http://schemas.openxmlformats.org/officeDocument/2006/relationships/notesSlide" Target="/ppt/notesSlides/notesSlide20.xml" Id="R930def33303447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04ec2cdcc8a4a91" /><Relationship Type="http://schemas.openxmlformats.org/officeDocument/2006/relationships/image" Target="/ppt/media/image21.png" Id="R21934fbcbf1e44b7" /><Relationship Type="http://schemas.openxmlformats.org/officeDocument/2006/relationships/notesSlide" Target="/ppt/notesSlides/notesSlide21.xml" Id="R8394ac1ba65b4a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72ad416edb44664" /><Relationship Type="http://schemas.openxmlformats.org/officeDocument/2006/relationships/image" Target="/ppt/media/image22.png" Id="R2a7c99853d5c4a4e" /><Relationship Type="http://schemas.openxmlformats.org/officeDocument/2006/relationships/notesSlide" Target="/ppt/notesSlides/notesSlide22.xml" Id="R766adb38a3a849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4096774f8e94c4b" /><Relationship Type="http://schemas.openxmlformats.org/officeDocument/2006/relationships/image" Target="/ppt/media/image23.png" Id="R34d17d3876c4416c" /><Relationship Type="http://schemas.openxmlformats.org/officeDocument/2006/relationships/image" Target="/ppt/media/image24.png" Id="Rf1522f0e9324446e" /><Relationship Type="http://schemas.openxmlformats.org/officeDocument/2006/relationships/notesSlide" Target="/ppt/notesSlides/notesSlide23.xml" Id="R94238985e064462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70c49502c924442" /><Relationship Type="http://schemas.openxmlformats.org/officeDocument/2006/relationships/notesSlide" Target="/ppt/notesSlides/notesSlide24.xml" Id="R15423341c905485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21f2b621e484119" /><Relationship Type="http://schemas.openxmlformats.org/officeDocument/2006/relationships/image" Target="/ppt/media/image25.png" Id="Ra982fcacaa3447da" /><Relationship Type="http://schemas.openxmlformats.org/officeDocument/2006/relationships/image" Target="/ppt/media/image26.png" Id="R98ead61387c74622" /><Relationship Type="http://schemas.openxmlformats.org/officeDocument/2006/relationships/notesSlide" Target="/ppt/notesSlides/notesSlide25.xml" Id="Rad5fb3ed67af42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5c8949c90f54520" /><Relationship Type="http://schemas.openxmlformats.org/officeDocument/2006/relationships/image" Target="/ppt/media/image27.png" Id="Rd741b6f429c04f4d" /><Relationship Type="http://schemas.openxmlformats.org/officeDocument/2006/relationships/notesSlide" Target="/ppt/notesSlides/notesSlide26.xml" Id="Rb963a74f70f045b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8405905e2eb4609" /><Relationship Type="http://schemas.openxmlformats.org/officeDocument/2006/relationships/image" Target="/ppt/media/image28.png" Id="Rf1ae3400c9f14452" /><Relationship Type="http://schemas.openxmlformats.org/officeDocument/2006/relationships/notesSlide" Target="/ppt/notesSlides/notesSlide27.xml" Id="Ra72a8c63cbaa4d3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e204118c0734d46" /><Relationship Type="http://schemas.openxmlformats.org/officeDocument/2006/relationships/notesSlide" Target="/ppt/notesSlides/notesSlide28.xml" Id="R5581d501c68342e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fe9dd5787a42b3" /><Relationship Type="http://schemas.openxmlformats.org/officeDocument/2006/relationships/notesSlide" Target="/ppt/notesSlides/notesSlide29.xml" Id="R54434f5972a342f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d5c00e83e584f9f" /><Relationship Type="http://schemas.openxmlformats.org/officeDocument/2006/relationships/image" Target="/ppt/media/image29.png" Id="Rb075eba53515459f" /><Relationship Type="http://schemas.openxmlformats.org/officeDocument/2006/relationships/notesSlide" Target="/ppt/notesSlides/notesSlide30.xml" Id="R2281a410ab1e4ad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b324b828a334dda" /><Relationship Type="http://schemas.openxmlformats.org/officeDocument/2006/relationships/notesSlide" Target="/ppt/notesSlides/notesSlide31.xml" Id="Rab41dcd2430c4f4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cd6ae5e78434c00" /><Relationship Type="http://schemas.openxmlformats.org/officeDocument/2006/relationships/image" Target="/ppt/media/image30.png" Id="R5773216cd9894e92" /><Relationship Type="http://schemas.openxmlformats.org/officeDocument/2006/relationships/notesSlide" Target="/ppt/notesSlides/notesSlide32.xml" Id="Rfbbfe27a62294df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ad9327562d74aa7" /><Relationship Type="http://schemas.openxmlformats.org/officeDocument/2006/relationships/image" Target="/ppt/media/image31.png" Id="R32c90dc84d154d3e" /><Relationship Type="http://schemas.openxmlformats.org/officeDocument/2006/relationships/notesSlide" Target="/ppt/notesSlides/notesSlide33.xml" Id="R8cf782508a2c4e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e3e7cd15f0f495c" /><Relationship Type="http://schemas.openxmlformats.org/officeDocument/2006/relationships/image" Target="/ppt/media/image32.png" Id="Rf03d2e32ec014cb1" /><Relationship Type="http://schemas.openxmlformats.org/officeDocument/2006/relationships/notesSlide" Target="/ppt/notesSlides/notesSlide34.xml" Id="R3c0b969c079f42a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1edd342a430450f" /><Relationship Type="http://schemas.openxmlformats.org/officeDocument/2006/relationships/image" Target="/ppt/media/image33.png" Id="Red0bea776ebe4b16" /><Relationship Type="http://schemas.openxmlformats.org/officeDocument/2006/relationships/notesSlide" Target="/ppt/notesSlides/notesSlide35.xml" Id="Rf9269042da22426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a3193bb75c74c40" /><Relationship Type="http://schemas.openxmlformats.org/officeDocument/2006/relationships/image" Target="/ppt/media/image34.png" Id="Rb9028100aa56418b" /><Relationship Type="http://schemas.openxmlformats.org/officeDocument/2006/relationships/notesSlide" Target="/ppt/notesSlides/notesSlide36.xml" Id="Rdb9b0483dec449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f29c071fec045b4" /><Relationship Type="http://schemas.openxmlformats.org/officeDocument/2006/relationships/image" Target="/ppt/media/image35.png" Id="Re29d22921ec34622" /><Relationship Type="http://schemas.openxmlformats.org/officeDocument/2006/relationships/notesSlide" Target="/ppt/notesSlides/notesSlide37.xml" Id="R93e14e6bc95645f6" /></Relationships>
</file>

<file path=ppt/slides/charts/chart1.xml><?xml version="1.0" encoding="utf-8"?>
<c:chartSpace xmlns:c="http://schemas.openxmlformats.org/drawingml/2006/chart">
  <c:lang val="en-US"/>
  <c:chart>
    <c:plotArea>
      <c:barChart>
        <c:barDir val="col"/>
        <c:varyColors val="0"/>
        <c:ser>
          <c:idx val="0"/>
          <c:order val="0"/>
          <c:tx>
            <c:v>Force (N)</c:v>
          </c:tx>
          <c:spPr>
            <a:solidFill xmlns:a="http://schemas.openxmlformats.org/drawingml/2006/main">
              <a:srgbClr val="2E5A88"/>
            </a:solidFill>
          </c:spPr>
          <c:invertIfNegative val="0"/>
          <c:cat>
            <c:strLit>
              <c:ptCount val="3"/>
              <c:pt idx="0">
                <c:v>Measured</c:v>
              </c:pt>
              <c:pt idx="1">
                <c:v>New model</c:v>
              </c:pt>
              <c:pt idx="2">
                <c:v>Manufacturer tool</c:v>
              </c:pt>
            </c:strLit>
          </c:cat>
          <c:val>
            <c:numLit>
              <c:formatCode>General</c:formatCode>
              <c:ptCount val="3"/>
              <c:pt idx="0">
                <c:v>350.9</c:v>
              </c:pt>
              <c:pt idx="1">
                <c:v>335.3</c:v>
              </c:pt>
              <c:pt idx="2">
                <c:v>498.6</c:v>
              </c:pt>
            </c:numLit>
          </c:val>
        </c:ser>
        <c:dLbls>
          <c:txPr>
            <a:bodyPr xmlns:a="http://schemas.openxmlformats.org/drawingml/2006/main" anchorCtr="1"/>
            <a:lstStyle xmlns:a="http://schemas.openxmlformats.org/drawingml/2006/main"/>
            <a:p xmlns:a="http://schemas.openxmlformats.org/drawingml/2006/main">
              <a:pPr>
                <a:defRPr sz="1875"/>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52B17D-3990-4355-98F1-03E1DBBC3A1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
            <a:extLst xmlns:a="http://schemas.openxmlformats.org/drawingml/2006/main">
              <a:ext uri="{FF2B5EF4-FFF2-40B4-BE49-F238E27FC236}">
                <a16:creationId xmlns:a16="http://schemas.microsoft.com/office/drawing/2014/main" id="{19A1E95C-12A9-4E90-9DC0-4640F354669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
            <a:extLst xmlns:a="http://schemas.openxmlformats.org/drawingml/2006/main">
              <a:ext uri="{FF2B5EF4-FFF2-40B4-BE49-F238E27FC236}">
                <a16:creationId xmlns:a16="http://schemas.microsoft.com/office/drawing/2014/main" id="{6221A107-B318-4C2B-A69A-9B85105EAA5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3FB4855D-23D8-42FA-A474-3A068258C3A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ED2E65D-814E-46D3-AF56-53754458BE8C}"/>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xmlns:a="http://schemas.openxmlformats.org/drawingml/2006/main">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
            <a:extLst xmlns:a="http://schemas.openxmlformats.org/drawingml/2006/main">
              <a:ext uri="{FF2B5EF4-FFF2-40B4-BE49-F238E27FC236}">
                <a16:creationId xmlns:a16="http://schemas.microsoft.com/office/drawing/2014/main" id="{71817B7E-8CA1-4A7A-B8C2-9BB39AD58E89}"/>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
            <a:extLst xmlns:a="http://schemas.openxmlformats.org/drawingml/2006/main">
              <a:ext uri="{FF2B5EF4-FFF2-40B4-BE49-F238E27FC236}">
                <a16:creationId xmlns:a16="http://schemas.microsoft.com/office/drawing/2014/main" id="{84211C9E-C888-40D2-B200-1545FA319598}"/>
              </a:ext>
            </a:extLst>
          </p:cNvPr>
          <p:cNvPicPr>
            <a:picLocks xmlns:a="http://schemas.openxmlformats.org/drawingml/2006/main" noChangeAspect="1"/>
          </p:cNvPicPr>
          <p:nvPr/>
        </p:nvPicPr>
        <p:blipFill>
          <a:blip xmlns:r="http://schemas.openxmlformats.org/officeDocument/2006/relationships" xmlns:a="http://schemas.openxmlformats.org/drawingml/2006/main" r:embed="R4daf298a98fc4bfd"/>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3523459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373865-E1C4-4F6C-89B4-E25B74BC6E6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
            <a:extLst xmlns:a="http://schemas.openxmlformats.org/drawingml/2006/main">
              <a:ext uri="{FF2B5EF4-FFF2-40B4-BE49-F238E27FC236}">
                <a16:creationId xmlns:a16="http://schemas.microsoft.com/office/drawing/2014/main" id="{50276DE8-7F7F-471B-9F00-54BDEA6BD23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F6D69AB2-DB2B-4F8C-B8D1-3F949AB39E6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
            <a:extLst xmlns:a="http://schemas.openxmlformats.org/drawingml/2006/main">
              <a:ext uri="{FF2B5EF4-FFF2-40B4-BE49-F238E27FC236}">
                <a16:creationId xmlns:a16="http://schemas.microsoft.com/office/drawing/2014/main" id="{B62E3E27-4392-4318-AF0B-E89C2B20644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02</a:t>
            </a:r>
          </a:p>
        </p:txBody>
      </p:sp>
      <p:graphicFrame>
        <p:nvGraphicFramePr>
          <p:cNvPr id="5" name="">
            <a:extLst xmlns:a="http://schemas.openxmlformats.org/drawingml/2006/main">
              <a:ext uri="{FF2B5EF4-FFF2-40B4-BE49-F238E27FC236}">
                <a16:creationId xmlns:a16="http://schemas.microsoft.com/office/drawing/2014/main" id="{D14A1F86-C0CE-4145-B5BE-FFFA4CD477AA}"/>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latin typeface="Calibri"/>
                          <a:ea typeface="Calibri"/>
                          <a:cs typeface="Calibri"/>
                        </a:rPr>
                        <a:t>Knowledge gap</a:t>
                      </a:r>
                    </a:p>
                  </a:txBody>
                  <a:tcPr marL="91440" marR="91440" marT="45720" marB="45720">
                    <a:solidFill>
                      <a:srgbClr val="FFFFFF"/>
                    </a:solidFill>
                  </a:tcPr>
                </a:tc>
                <a:tc>
                  <a:txBody>
                    <a:bodyPr/>
                    <a:lstStyle/>
                    <a:p>
                      <a:r>
                        <a:rPr sz="1875" b="1">
                          <a:solidFill>
                            <a:srgbClr val="00796B"/>
                          </a:solidFill>
                          <a:latin typeface="Calibri"/>
                          <a:ea typeface="Calibri"/>
                          <a:cs typeface="Calibri"/>
                        </a:rPr>
                        <a:t>Contribution tested here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Force across actuator lengths</a:t>
                      </a:r>
                    </a:p>
                  </a:txBody>
                  <a:tcPr marL="91440" marR="91440" marT="45720" marB="45720">
                    <a:solidFill>
                      <a:srgbClr val="FFFFFF"/>
                    </a:solidFill>
                  </a:tcPr>
                </a:tc>
                <a:tc>
                  <a:txBody>
                    <a:bodyPr/>
                    <a:lstStyle/>
                    <a:p>
                      <a:r>
                        <a:rPr sz="1875" b="0">
                          <a:solidFill>
                            <a:srgbClr val="222222"/>
                          </a:solidFill>
                          <a:latin typeface="Calibri"/>
                          <a:ea typeface="Calibri"/>
                          <a:cs typeface="Calibri"/>
                        </a:rPr>
                        <a:t>Resting-length-aware force model</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Torque through compliant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Scattered sensory evidence</a:t>
                      </a:r>
                    </a:p>
                  </a:txBody>
                  <a:tcPr marL="91440" marR="91440" marT="45720" marB="45720">
                    <a:solidFill>
                      <a:srgbClr val="FFFFFF"/>
                    </a:solidFill>
                  </a:tcPr>
                </a:tc>
                <a:tc>
                  <a:txBody>
                    <a:bodyPr/>
                    <a:lstStyle/>
                    <a:p>
                      <a:r>
                        <a:rPr sz="1875" b="0">
                          <a:solidFill>
                            <a:srgbClr val="222222"/>
                          </a:solidFill>
                          <a:latin typeface="Calibri"/>
                          <a:ea typeface="Calibri"/>
                          <a:cs typeface="Calibri"/>
                        </a:rPr>
                        <a:t>Linked, searchable SADb resource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Untested model connections</a:t>
                      </a:r>
                    </a:p>
                  </a:txBody>
                  <a:tcPr marL="91440" marR="91440" marT="45720" marB="45720">
                    <a:solidFill>
                      <a:srgbClr val="FFFFFF"/>
                    </a:solidFill>
                  </a:tcPr>
                </a:tc>
                <a:tc>
                  <a:txBody>
                    <a:bodyPr/>
                    <a:lstStyle/>
                    <a:p>
                      <a:r>
                        <a:rPr sz="1875" b="0">
                          <a:solidFill>
                            <a:srgbClr val="222222"/>
                          </a:solidFill>
                          <a:latin typeface="Calibri"/>
                          <a:ea typeface="Calibri"/>
                          <a:cs typeface="Calibri"/>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438177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44034A-CA7D-43C4-BD6E-532F15982C3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
            <a:extLst xmlns:a="http://schemas.openxmlformats.org/drawingml/2006/main">
              <a:ext uri="{FF2B5EF4-FFF2-40B4-BE49-F238E27FC236}">
                <a16:creationId xmlns:a16="http://schemas.microsoft.com/office/drawing/2014/main" id="{073559D8-6E9E-42D7-B589-E510E51CFAC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ECF46082-D74B-4C2F-937B-4AF6CCCCC5C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477F29A2-E1D6-4E38-9E36-BFA5C4EE21B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03</a:t>
            </a:r>
          </a:p>
        </p:txBody>
      </p:sp>
      <p:pic>
        <p:nvPicPr>
          <p:cNvPr id="5" name="">
            <a:extLst xmlns:a="http://schemas.openxmlformats.org/drawingml/2006/main">
              <a:ext uri="{FF2B5EF4-FFF2-40B4-BE49-F238E27FC236}">
                <a16:creationId xmlns:a16="http://schemas.microsoft.com/office/drawing/2014/main" id="{B58ED984-A037-4E52-A69A-EF80DC389654}"/>
              </a:ext>
            </a:extLst>
          </p:cNvPr>
          <p:cNvPicPr>
            <a:picLocks xmlns:a="http://schemas.openxmlformats.org/drawingml/2006/main" noChangeAspect="1"/>
          </p:cNvPicPr>
          <p:nvPr/>
        </p:nvPicPr>
        <p:blipFill>
          <a:blip xmlns:r="http://schemas.openxmlformats.org/officeDocument/2006/relationships" xmlns:a="http://schemas.openxmlformats.org/drawingml/2006/main" r:embed="R619b42e45e804360"/>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9D2F3DF-573F-4C46-B653-119DE0D4453E}"/>
              </a:ext>
            </a:extLst>
          </p:cNvPr>
          <p:cNvPicPr>
            <a:picLocks xmlns:a="http://schemas.openxmlformats.org/drawingml/2006/main" noChangeAspect="1"/>
          </p:cNvPicPr>
          <p:nvPr/>
        </p:nvPicPr>
        <p:blipFill>
          <a:blip xmlns:r="http://schemas.openxmlformats.org/officeDocument/2006/relationships" xmlns:a="http://schemas.openxmlformats.org/drawingml/2006/main" r:embed="R87c729d863bd4006"/>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93D95C-07C0-4ABC-AEDB-FEA08BD9783D}"/>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
            <a:extLst xmlns:a="http://schemas.openxmlformats.org/drawingml/2006/main">
              <a:ext uri="{FF2B5EF4-FFF2-40B4-BE49-F238E27FC236}">
                <a16:creationId xmlns:a16="http://schemas.microsoft.com/office/drawing/2014/main" id="{0C4B7342-47E6-465E-B842-B72B17D0C7D8}"/>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1343769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1E918E-C4A0-460D-9296-7B655F1C269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
            <a:extLst xmlns:a="http://schemas.openxmlformats.org/drawingml/2006/main">
              <a:ext uri="{FF2B5EF4-FFF2-40B4-BE49-F238E27FC236}">
                <a16:creationId xmlns:a16="http://schemas.microsoft.com/office/drawing/2014/main" id="{038BD84C-F631-47ED-8CA1-60395068D54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194381E7-8173-4414-9A9D-1F8B74470FC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A5C87FE3-39F3-44BB-A330-65BEC9C561F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04</a:t>
            </a:r>
          </a:p>
        </p:txBody>
      </p:sp>
      <p:pic>
        <p:nvPicPr>
          <p:cNvPr id="5" name="">
            <a:extLst xmlns:a="http://schemas.openxmlformats.org/drawingml/2006/main">
              <a:ext uri="{FF2B5EF4-FFF2-40B4-BE49-F238E27FC236}">
                <a16:creationId xmlns:a16="http://schemas.microsoft.com/office/drawing/2014/main" id="{196984F0-7D0A-447E-820B-29E1E9F569D5}"/>
              </a:ext>
            </a:extLst>
          </p:cNvPr>
          <p:cNvPicPr>
            <a:picLocks xmlns:a="http://schemas.openxmlformats.org/drawingml/2006/main" noChangeAspect="1"/>
          </p:cNvPicPr>
          <p:nvPr/>
        </p:nvPicPr>
        <p:blipFill>
          <a:blip xmlns:r="http://schemas.openxmlformats.org/officeDocument/2006/relationships" xmlns:a="http://schemas.openxmlformats.org/drawingml/2006/main" r:embed="R64d94c98241e4085"/>
          <a:stretch xmlns:a="http://schemas.openxmlformats.org/drawingml/2006/main"/>
        </p:blipFill>
        <p:spPr>
          <a:xfrm xmlns:a="http://schemas.openxmlformats.org/drawingml/2006/main">
            <a:off x="4381500" y="1666875"/>
            <a:ext cx="34290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9B144B-6B8C-4465-BAFA-FB0EAFA2FCA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Braided pneumatic actuators (BPAs): 537 observations</a:t>
            </a:r>
          </a:p>
        </p:txBody>
      </p:sp>
    </p:spTree>
    <p:extLst>
      <p:ext uri="{BB962C8B-B14F-4D97-AF65-F5344CB8AC3E}">
        <p14:creationId xmlns:p14="http://schemas.microsoft.com/office/powerpoint/2010/main" val="10581540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28B9A3-66F7-472F-8B0B-611AED48E69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78EEF081-7067-402D-9EF2-DFA94560948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D1D8E6C9-D6E3-463E-BF7E-8D68F2B6061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
            <a:extLst xmlns:a="http://schemas.openxmlformats.org/drawingml/2006/main">
              <a:ext uri="{FF2B5EF4-FFF2-40B4-BE49-F238E27FC236}">
                <a16:creationId xmlns:a16="http://schemas.microsoft.com/office/drawing/2014/main" id="{9379F400-CD88-4A70-B456-778BF447EF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05</a:t>
            </a:r>
          </a:p>
        </p:txBody>
      </p:sp>
      <p:pic>
        <p:nvPicPr>
          <p:cNvPr id="5" name="">
            <a:extLst xmlns:a="http://schemas.openxmlformats.org/drawingml/2006/main">
              <a:ext uri="{FF2B5EF4-FFF2-40B4-BE49-F238E27FC236}">
                <a16:creationId xmlns:a16="http://schemas.microsoft.com/office/drawing/2014/main" id="{F9EC1008-EA85-4256-9709-8B2F9A7F7E39}"/>
              </a:ext>
            </a:extLst>
          </p:cNvPr>
          <p:cNvPicPr>
            <a:picLocks xmlns:a="http://schemas.openxmlformats.org/drawingml/2006/main" noChangeAspect="1"/>
          </p:cNvPicPr>
          <p:nvPr/>
        </p:nvPicPr>
        <p:blipFill>
          <a:blip xmlns:r="http://schemas.openxmlformats.org/officeDocument/2006/relationships" xmlns:a="http://schemas.openxmlformats.org/drawingml/2006/main" r:embed="R3465ee7a21a94dc3"/>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643DD95-5CF4-4BC3-8F35-3E8356DD70D7}"/>
              </a:ext>
            </a:extLst>
          </p:cNvPr>
          <p:cNvPicPr>
            <a:picLocks xmlns:a="http://schemas.openxmlformats.org/drawingml/2006/main" noChangeAspect="1"/>
          </p:cNvPicPr>
          <p:nvPr/>
        </p:nvPicPr>
        <p:blipFill>
          <a:blip xmlns:r="http://schemas.openxmlformats.org/officeDocument/2006/relationships" xmlns:a="http://schemas.openxmlformats.org/drawingml/2006/main" r:embed="Rc2d8faba2a984ba7"/>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6578467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4F0881-1651-42AF-B358-0084BDA2A52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B84709B2-E412-4D46-9994-1F8F32317C7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B1437C30-667A-41D0-BD7D-3633731E12F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0ADEDCFE-83BB-493A-AD28-120B5EC12A5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06</a:t>
            </a:r>
          </a:p>
        </p:txBody>
      </p:sp>
      <p:graphicFrame>
        <p:nvGraphicFramePr>
          <p:cNvPr id="5" name="Chart">
            <a:extLst xmlns:a="http://schemas.openxmlformats.org/drawingml/2006/main">
              <a:ext uri="{FF2B5EF4-FFF2-40B4-BE49-F238E27FC236}">
                <a16:creationId xmlns:a16="http://schemas.microsoft.com/office/drawing/2014/main" id="{108668DB-7A9C-44AF-8DD6-D35AE51A7D9E}"/>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a820b6413a4c483a"/>
          </a:graphicData>
        </a:graphic>
      </p:graphicFrame>
      <p:sp>
        <p:nvSpPr>
          <p:cNvPr id="6" name="">
            <a:extLst xmlns:a="http://schemas.openxmlformats.org/drawingml/2006/main">
              <a:ext uri="{FF2B5EF4-FFF2-40B4-BE49-F238E27FC236}">
                <a16:creationId xmlns:a16="http://schemas.microsoft.com/office/drawing/2014/main" id="{72BB21B5-95B7-418C-9904-D479117AA513}"/>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14462875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3F4626-6C47-485A-A50D-8AD879B5078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
            <a:extLst xmlns:a="http://schemas.openxmlformats.org/drawingml/2006/main">
              <a:ext uri="{FF2B5EF4-FFF2-40B4-BE49-F238E27FC236}">
                <a16:creationId xmlns:a16="http://schemas.microsoft.com/office/drawing/2014/main" id="{CF62B2D7-35D5-45B9-9346-A9BD4D355A0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37FCBA89-4B31-4EF2-9CE4-A5D1ADCCD06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6B42495D-315E-4EEF-BE84-35353BF22EF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07</a:t>
            </a:r>
          </a:p>
        </p:txBody>
      </p:sp>
      <p:pic>
        <p:nvPicPr>
          <p:cNvPr id="5" name="">
            <a:extLst xmlns:a="http://schemas.openxmlformats.org/drawingml/2006/main">
              <a:ext uri="{FF2B5EF4-FFF2-40B4-BE49-F238E27FC236}">
                <a16:creationId xmlns:a16="http://schemas.microsoft.com/office/drawing/2014/main" id="{D7C71E48-E223-48A9-BAE6-2D85D717AB9D}"/>
              </a:ext>
            </a:extLst>
          </p:cNvPr>
          <p:cNvPicPr>
            <a:picLocks xmlns:a="http://schemas.openxmlformats.org/drawingml/2006/main" noChangeAspect="1"/>
          </p:cNvPicPr>
          <p:nvPr/>
        </p:nvPicPr>
        <p:blipFill>
          <a:blip xmlns:r="http://schemas.openxmlformats.org/officeDocument/2006/relationships" xmlns:a="http://schemas.openxmlformats.org/drawingml/2006/main" r:embed="Rd1f1130fd62e406a"/>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8E2B23F-7937-45D6-939F-2703251CE559}"/>
              </a:ext>
            </a:extLst>
          </p:cNvPr>
          <p:cNvPicPr>
            <a:picLocks xmlns:a="http://schemas.openxmlformats.org/drawingml/2006/main" noChangeAspect="1"/>
          </p:cNvPicPr>
          <p:nvPr/>
        </p:nvPicPr>
        <p:blipFill>
          <a:blip xmlns:r="http://schemas.openxmlformats.org/officeDocument/2006/relationships" xmlns:a="http://schemas.openxmlformats.org/drawingml/2006/main" r:embed="R330f13c6fa2045c9"/>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4819926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46E684-8B5D-48EF-9250-9BE194CC758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
            <a:extLst xmlns:a="http://schemas.openxmlformats.org/drawingml/2006/main">
              <a:ext uri="{FF2B5EF4-FFF2-40B4-BE49-F238E27FC236}">
                <a16:creationId xmlns:a16="http://schemas.microsoft.com/office/drawing/2014/main" id="{2002557E-F9E1-40CC-B5B9-89098E36C30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E43B5BB7-AEFF-4DA0-8C4A-75FAD72F6FE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79B5C7B5-1651-4802-9883-091B6D3DF8B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08</a:t>
            </a:r>
          </a:p>
        </p:txBody>
      </p:sp>
      <p:pic>
        <p:nvPicPr>
          <p:cNvPr id="5" name="">
            <a:extLst xmlns:a="http://schemas.openxmlformats.org/drawingml/2006/main">
              <a:ext uri="{FF2B5EF4-FFF2-40B4-BE49-F238E27FC236}">
                <a16:creationId xmlns:a16="http://schemas.microsoft.com/office/drawing/2014/main" id="{A73CC636-6A6D-4FEE-84D5-D8BEA7CE5823}"/>
              </a:ext>
            </a:extLst>
          </p:cNvPr>
          <p:cNvPicPr>
            <a:picLocks xmlns:a="http://schemas.openxmlformats.org/drawingml/2006/main" noChangeAspect="1"/>
          </p:cNvPicPr>
          <p:nvPr/>
        </p:nvPicPr>
        <p:blipFill>
          <a:blip xmlns:r="http://schemas.openxmlformats.org/officeDocument/2006/relationships" xmlns:a="http://schemas.openxmlformats.org/drawingml/2006/main" r:embed="R6752bcc6be274374"/>
          <a:stretch xmlns:a="http://schemas.openxmlformats.org/drawingml/2006/main"/>
        </p:blipFill>
        <p:spPr>
          <a:xfrm xmlns:a="http://schemas.openxmlformats.org/drawingml/2006/main">
            <a:off x="791829" y="1666875"/>
            <a:ext cx="10608342" cy="4572000"/>
          </a:xfrm>
          <a:prstGeom xmlns:a="http://schemas.openxmlformats.org/drawingml/2006/main" prst="rect">
            <a:avLst/>
          </a:prstGeom>
        </p:spPr>
      </p:pic>
    </p:spTree>
    <p:extLst>
      <p:ext uri="{BB962C8B-B14F-4D97-AF65-F5344CB8AC3E}">
        <p14:creationId xmlns:p14="http://schemas.microsoft.com/office/powerpoint/2010/main" val="12710699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60C0C6-FB9F-47CA-A55C-F3112E734DE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
            <a:extLst xmlns:a="http://schemas.openxmlformats.org/drawingml/2006/main">
              <a:ext uri="{FF2B5EF4-FFF2-40B4-BE49-F238E27FC236}">
                <a16:creationId xmlns:a16="http://schemas.microsoft.com/office/drawing/2014/main" id="{DD24B23F-0F3B-451D-AD10-43EFC785487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50668165-580F-42BF-9EAC-FEE8F45E464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C6846614-47B3-4CC6-B74E-37E985A48A3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09</a:t>
            </a:r>
          </a:p>
        </p:txBody>
      </p:sp>
      <p:pic>
        <p:nvPicPr>
          <p:cNvPr id="5" name="">
            <a:extLst xmlns:a="http://schemas.openxmlformats.org/drawingml/2006/main">
              <a:ext uri="{FF2B5EF4-FFF2-40B4-BE49-F238E27FC236}">
                <a16:creationId xmlns:a16="http://schemas.microsoft.com/office/drawing/2014/main" id="{57347F5D-2D3D-4986-BBF3-031D053BBE3E}"/>
              </a:ext>
            </a:extLst>
          </p:cNvPr>
          <p:cNvPicPr>
            <a:picLocks xmlns:a="http://schemas.openxmlformats.org/drawingml/2006/main" noChangeAspect="1"/>
          </p:cNvPicPr>
          <p:nvPr/>
        </p:nvPicPr>
        <p:blipFill>
          <a:blip xmlns:r="http://schemas.openxmlformats.org/officeDocument/2006/relationships" xmlns:a="http://schemas.openxmlformats.org/drawingml/2006/main" r:embed="R998563dc5c7c4f7e"/>
          <a:stretch xmlns:a="http://schemas.openxmlformats.org/drawingml/2006/main"/>
        </p:blipFill>
        <p:spPr>
          <a:xfrm xmlns:a="http://schemas.openxmlformats.org/drawingml/2006/main">
            <a:off x="4136571" y="1666875"/>
            <a:ext cx="3918857" cy="4572000"/>
          </a:xfrm>
          <a:prstGeom xmlns:a="http://schemas.openxmlformats.org/drawingml/2006/main" prst="rect">
            <a:avLst/>
          </a:prstGeom>
        </p:spPr>
      </p:pic>
    </p:spTree>
    <p:extLst>
      <p:ext uri="{BB962C8B-B14F-4D97-AF65-F5344CB8AC3E}">
        <p14:creationId xmlns:p14="http://schemas.microsoft.com/office/powerpoint/2010/main" val="18111023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891CC4-DCCF-44A2-B0D2-84ABD509530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
            <a:extLst xmlns:a="http://schemas.openxmlformats.org/drawingml/2006/main">
              <a:ext uri="{FF2B5EF4-FFF2-40B4-BE49-F238E27FC236}">
                <a16:creationId xmlns:a16="http://schemas.microsoft.com/office/drawing/2014/main" id="{8617A523-3A8F-4677-B30B-B5A76CE0666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54AAC9B7-E5A4-4B49-A6A2-293C783FE9F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4E29F3D1-6D70-4289-BA43-D3A23616FED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10</a:t>
            </a:r>
          </a:p>
        </p:txBody>
      </p:sp>
      <p:pic>
        <p:nvPicPr>
          <p:cNvPr id="5" name="">
            <a:extLst xmlns:a="http://schemas.openxmlformats.org/drawingml/2006/main">
              <a:ext uri="{FF2B5EF4-FFF2-40B4-BE49-F238E27FC236}">
                <a16:creationId xmlns:a16="http://schemas.microsoft.com/office/drawing/2014/main" id="{5D799161-C2FE-473E-A2C0-97DF54101622}"/>
              </a:ext>
            </a:extLst>
          </p:cNvPr>
          <p:cNvPicPr>
            <a:picLocks xmlns:a="http://schemas.openxmlformats.org/drawingml/2006/main" noChangeAspect="1"/>
          </p:cNvPicPr>
          <p:nvPr/>
        </p:nvPicPr>
        <p:blipFill>
          <a:blip xmlns:r="http://schemas.openxmlformats.org/officeDocument/2006/relationships" xmlns:a="http://schemas.openxmlformats.org/drawingml/2006/main" r:embed="Rb719173960854109"/>
          <a:stretch xmlns:a="http://schemas.openxmlformats.org/drawingml/2006/main"/>
        </p:blipFill>
        <p:spPr>
          <a:xfrm xmlns:a="http://schemas.openxmlformats.org/drawingml/2006/main">
            <a:off x="854485" y="1666875"/>
            <a:ext cx="10483029" cy="4572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61BD5A-4A32-4E34-A0FD-3111F6DE8805}"/>
              </a:ext>
            </a:extLst>
          </p:cNvPr>
          <p:cNvSpPr>
            <a:spLocks xmlns:a="http://schemas.openxmlformats.org/drawingml/2006/main" noGrp="1"/>
          </p:cNvSpPr>
          <p:nvPr/>
        </p:nvSpPr>
        <p:spPr>
          <a:xfrm xmlns:a="http://schemas.openxmlformats.org/drawingml/2006/main">
            <a:off x="428625" y="161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xmlns:a="http://schemas.openxmlformats.org/drawingml/2006/main">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2267551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1FEB8E-A4C9-493A-9466-28DC732C487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
            <a:extLst xmlns:a="http://schemas.openxmlformats.org/drawingml/2006/main">
              <a:ext uri="{FF2B5EF4-FFF2-40B4-BE49-F238E27FC236}">
                <a16:creationId xmlns:a16="http://schemas.microsoft.com/office/drawing/2014/main" id="{065DD033-C9F3-41B2-9BFA-C85BDB8DDE4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97374848-EFB8-4D25-8C4B-DDD0DE869CC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
            <a:extLst xmlns:a="http://schemas.openxmlformats.org/drawingml/2006/main">
              <a:ext uri="{FF2B5EF4-FFF2-40B4-BE49-F238E27FC236}">
                <a16:creationId xmlns:a16="http://schemas.microsoft.com/office/drawing/2014/main" id="{24A0F7CC-1412-4005-B0C4-8CEA611486F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11</a:t>
            </a:r>
          </a:p>
        </p:txBody>
      </p:sp>
      <p:pic>
        <p:nvPicPr>
          <p:cNvPr id="5" name="">
            <a:extLst xmlns:a="http://schemas.openxmlformats.org/drawingml/2006/main">
              <a:ext uri="{FF2B5EF4-FFF2-40B4-BE49-F238E27FC236}">
                <a16:creationId xmlns:a16="http://schemas.microsoft.com/office/drawing/2014/main" id="{69191304-A553-480F-92D2-C0E734155213}"/>
              </a:ext>
            </a:extLst>
          </p:cNvPr>
          <p:cNvPicPr>
            <a:picLocks xmlns:a="http://schemas.openxmlformats.org/drawingml/2006/main" noChangeAspect="1"/>
          </p:cNvPicPr>
          <p:nvPr/>
        </p:nvPicPr>
        <p:blipFill>
          <a:blip xmlns:r="http://schemas.openxmlformats.org/officeDocument/2006/relationships" xmlns:a="http://schemas.openxmlformats.org/drawingml/2006/main" r:embed="R7e5a87f8d42b4164"/>
          <a:stretch xmlns:a="http://schemas.openxmlformats.org/drawingml/2006/main"/>
        </p:blipFill>
        <p:spPr>
          <a:xfrm xmlns:a="http://schemas.openxmlformats.org/drawingml/2006/main">
            <a:off x="428625" y="1839011"/>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B03C20C-438F-489D-B6DC-D1CB588E9E6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1988884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2C4DF5-C2A0-498E-BFE8-26B7779302C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
            <a:extLst xmlns:a="http://schemas.openxmlformats.org/drawingml/2006/main">
              <a:ext uri="{FF2B5EF4-FFF2-40B4-BE49-F238E27FC236}">
                <a16:creationId xmlns:a16="http://schemas.microsoft.com/office/drawing/2014/main" id="{C4004293-F479-4AD1-948D-876DAF248C4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CD98A0E4-5291-49C5-A48F-9E1B95B798A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BAC1C300-6DE2-4A7F-B245-B865AAF16F6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12</a:t>
            </a:r>
          </a:p>
        </p:txBody>
      </p:sp>
      <p:graphicFrame>
        <p:nvGraphicFramePr>
          <p:cNvPr id="5" name="">
            <a:extLst xmlns:a="http://schemas.openxmlformats.org/drawingml/2006/main">
              <a:ext uri="{FF2B5EF4-FFF2-40B4-BE49-F238E27FC236}">
                <a16:creationId xmlns:a16="http://schemas.microsoft.com/office/drawing/2014/main" id="{837ABD8E-4EA7-4177-B3EF-7F35B266E8CB}"/>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latin typeface="Calibri"/>
                          <a:ea typeface="Calibri"/>
                          <a:cs typeface="Calibri"/>
                        </a:rPr>
                        <a:t>Adopted fold</a:t>
                      </a:r>
                    </a:p>
                  </a:txBody>
                  <a:tcPr marL="91440" marR="91440" marT="45720" marB="45720">
                    <a:solidFill>
                      <a:srgbClr val="FFFFFF"/>
                    </a:solidFill>
                  </a:tcPr>
                </a:tc>
                <a:tc>
                  <a:txBody>
                    <a:bodyPr/>
                    <a:lstStyle/>
                    <a:p>
                      <a:r>
                        <a:rPr sz="1875" b="1">
                          <a:solidFill>
                            <a:srgbClr val="00796B"/>
                          </a:solidFill>
                          <a:latin typeface="Calibri"/>
                          <a:ea typeface="Calibri"/>
                          <a:cs typeface="Calibri"/>
                        </a:rPr>
                        <a:t>Training</a:t>
                      </a:r>
                    </a:p>
                  </a:txBody>
                  <a:tcPr marL="91440" marR="91440" marT="45720" marB="45720">
                    <a:solidFill>
                      <a:srgbClr val="FFFFFF"/>
                    </a:solidFill>
                  </a:tcPr>
                </a:tc>
                <a:tc>
                  <a:txBody>
                    <a:bodyPr/>
                    <a:lstStyle/>
                    <a:p>
                      <a:r>
                        <a:rPr sz="1875" b="1">
                          <a:solidFill>
                            <a:srgbClr val="00796B"/>
                          </a:solidFill>
                          <a:latin typeface="Calibri"/>
                          <a:ea typeface="Calibri"/>
                          <a:cs typeface="Calibri"/>
                        </a:rPr>
                        <a:t>Held out</a:t>
                      </a:r>
                    </a:p>
                  </a:txBody>
                  <a:tcPr marL="91440" marR="91440" marT="45720" marB="45720">
                    <a:solidFill>
                      <a:srgbClr val="FFFFFF"/>
                    </a:solidFill>
                  </a:tcPr>
                </a:tc>
                <a:tc>
                  <a:txBody>
                    <a:bodyPr/>
                    <a:lstStyle/>
                    <a:p>
                      <a:r>
                        <a:rPr sz="1875" b="1">
                          <a:solidFill>
                            <a:srgbClr val="00796B"/>
                          </a:solidFill>
                          <a:latin typeface="Calibri"/>
                          <a:ea typeface="Calibri"/>
                          <a:cs typeface="Calibri"/>
                        </a:rPr>
                        <a:t>Not used</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flexor</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1 test</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extensor</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14A2DB7-75CF-449A-9062-77DA9EA64908}"/>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
            <a:extLst xmlns:a="http://schemas.openxmlformats.org/drawingml/2006/main">
              <a:ext uri="{FF2B5EF4-FFF2-40B4-BE49-F238E27FC236}">
                <a16:creationId xmlns:a16="http://schemas.microsoft.com/office/drawing/2014/main" id="{CDEB48D4-A9A4-4854-9418-B39125673B6B}"/>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6854772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5FD0B2-2B1D-408B-82C6-53122BD6B3C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
            <a:extLst xmlns:a="http://schemas.openxmlformats.org/drawingml/2006/main">
              <a:ext uri="{FF2B5EF4-FFF2-40B4-BE49-F238E27FC236}">
                <a16:creationId xmlns:a16="http://schemas.microsoft.com/office/drawing/2014/main" id="{BEF61B60-24EB-4005-AE76-EAAB948FE5A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B4AC1B9F-9518-4AD0-A075-45A96F8EBF6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BBE947CA-8737-41E4-AE97-27ECB47F3CA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13</a:t>
            </a:r>
          </a:p>
        </p:txBody>
      </p:sp>
      <p:pic>
        <p:nvPicPr>
          <p:cNvPr id="5" name="">
            <a:extLst xmlns:a="http://schemas.openxmlformats.org/drawingml/2006/main">
              <a:ext uri="{FF2B5EF4-FFF2-40B4-BE49-F238E27FC236}">
                <a16:creationId xmlns:a16="http://schemas.microsoft.com/office/drawing/2014/main" id="{810440B9-F692-4A49-A1C7-FA98D73BD899}"/>
              </a:ext>
            </a:extLst>
          </p:cNvPr>
          <p:cNvPicPr>
            <a:picLocks xmlns:a="http://schemas.openxmlformats.org/drawingml/2006/main" noChangeAspect="1"/>
          </p:cNvPicPr>
          <p:nvPr/>
        </p:nvPicPr>
        <p:blipFill>
          <a:blip xmlns:r="http://schemas.openxmlformats.org/officeDocument/2006/relationships" xmlns:a="http://schemas.openxmlformats.org/drawingml/2006/main" r:embed="R69334e5188174468"/>
          <a:stretch xmlns:a="http://schemas.openxmlformats.org/drawingml/2006/main"/>
        </p:blipFill>
        <p:spPr>
          <a:xfrm xmlns:a="http://schemas.openxmlformats.org/drawingml/2006/main">
            <a:off x="1509675" y="1666875"/>
            <a:ext cx="917265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FDA4C96-FC1D-472D-81EF-C40C749C081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Held-out root-mean-square error: 7.588 to 1.490 N·m</a:t>
            </a:r>
          </a:p>
        </p:txBody>
      </p:sp>
      <p:sp>
        <p:nvSpPr>
          <p:cNvPr id="7" name="">
            <a:extLst xmlns:a="http://schemas.openxmlformats.org/drawingml/2006/main">
              <a:ext uri="{FF2B5EF4-FFF2-40B4-BE49-F238E27FC236}">
                <a16:creationId xmlns:a16="http://schemas.microsoft.com/office/drawing/2014/main" id="{8782471A-A789-4806-9B11-EAC6841CC522}"/>
              </a:ext>
            </a:extLst>
          </p:cNvPr>
          <p:cNvSpPr>
            <a:spLocks xmlns:a="http://schemas.openxmlformats.org/drawingml/2006/main" noGrp="1"/>
          </p:cNvSpPr>
          <p:nvPr/>
        </p:nvSpPr>
        <p:spPr>
          <a:xfrm xmlns:a="http://schemas.openxmlformats.org/drawingml/2006/main">
            <a:off x="428625" y="161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xmlns:a="http://schemas.openxmlformats.org/drawingml/2006/main">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19052059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700631-5C7B-4D4D-B479-7AC5AA9CFCC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
            <a:extLst xmlns:a="http://schemas.openxmlformats.org/drawingml/2006/main">
              <a:ext uri="{FF2B5EF4-FFF2-40B4-BE49-F238E27FC236}">
                <a16:creationId xmlns:a16="http://schemas.microsoft.com/office/drawing/2014/main" id="{573445CE-E7B6-468C-BB6F-EA1522122FC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08D87883-0AB6-406C-AC7A-18971BB0B13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
            <a:extLst xmlns:a="http://schemas.openxmlformats.org/drawingml/2006/main">
              <a:ext uri="{FF2B5EF4-FFF2-40B4-BE49-F238E27FC236}">
                <a16:creationId xmlns:a16="http://schemas.microsoft.com/office/drawing/2014/main" id="{EB6A4493-A82C-4FC7-87E2-29437BD07DB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14</a:t>
            </a:r>
          </a:p>
        </p:txBody>
      </p:sp>
      <p:graphicFrame>
        <p:nvGraphicFramePr>
          <p:cNvPr id="5" name="">
            <a:extLst xmlns:a="http://schemas.openxmlformats.org/drawingml/2006/main">
              <a:ext uri="{FF2B5EF4-FFF2-40B4-BE49-F238E27FC236}">
                <a16:creationId xmlns:a16="http://schemas.microsoft.com/office/drawing/2014/main" id="{D388B440-7BD8-4F2B-B0E5-C1F10FBE4FBD}"/>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latin typeface="Calibri"/>
                          <a:ea typeface="Calibri"/>
                          <a:cs typeface="Calibri"/>
                        </a:rPr>
                        <a:t>Root-mean-square error (N·m)</a:t>
                      </a:r>
                    </a:p>
                  </a:txBody>
                  <a:tcPr marL="91440" marR="91440" marT="45720" marB="45720">
                    <a:solidFill>
                      <a:srgbClr val="FFFFFF"/>
                    </a:solidFill>
                  </a:tcPr>
                </a:tc>
                <a:tc>
                  <a:txBody>
                    <a:bodyPr/>
                    <a:lstStyle/>
                    <a:p>
                      <a:r>
                        <a:rPr sz="1875" b="1">
                          <a:solidFill>
                            <a:srgbClr val="00796B"/>
                          </a:solidFill>
                          <a:latin typeface="Calibri"/>
                          <a:ea typeface="Calibri"/>
                          <a:cs typeface="Calibri"/>
                        </a:rPr>
                        <a:t>No corrections</a:t>
                      </a:r>
                    </a:p>
                  </a:txBody>
                  <a:tcPr marL="91440" marR="91440" marT="45720" marB="45720">
                    <a:solidFill>
                      <a:srgbClr val="FFFFFF"/>
                    </a:solidFill>
                  </a:tcPr>
                </a:tc>
                <a:tc>
                  <a:txBody>
                    <a:bodyPr/>
                    <a:lstStyle/>
                    <a:p>
                      <a:r>
                        <a:rPr sz="1875" b="1">
                          <a:solidFill>
                            <a:srgbClr val="00796B"/>
                          </a:solidFill>
                          <a:latin typeface="Calibri"/>
                          <a:ea typeface="Calibri"/>
                          <a:cs typeface="Calibri"/>
                        </a:rPr>
                        <a:t>Corrected</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Flexor, 2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7.588</a:t>
                      </a:r>
                    </a:p>
                  </a:txBody>
                  <a:tcPr marL="91440" marR="91440" marT="45720" marB="45720">
                    <a:solidFill>
                      <a:srgbClr val="FFFFFF"/>
                    </a:solidFill>
                  </a:tcPr>
                </a:tc>
                <a:tc>
                  <a:txBody>
                    <a:bodyPr/>
                    <a:lstStyle/>
                    <a:p>
                      <a:r>
                        <a:rPr sz="1875" b="0">
                          <a:solidFill>
                            <a:srgbClr val="222222"/>
                          </a:solidFill>
                          <a:latin typeface="Calibri"/>
                          <a:ea typeface="Calibri"/>
                          <a:cs typeface="Calibri"/>
                        </a:rPr>
                        <a:t>1.490</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Extensor, 3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2.554</a:t>
                      </a:r>
                    </a:p>
                  </a:txBody>
                  <a:tcPr marL="91440" marR="91440" marT="45720" marB="45720">
                    <a:solidFill>
                      <a:srgbClr val="FFFFFF"/>
                    </a:solidFill>
                  </a:tcPr>
                </a:tc>
                <a:tc>
                  <a:txBody>
                    <a:bodyPr/>
                    <a:lstStyle/>
                    <a:p>
                      <a:r>
                        <a:rPr sz="1875" b="0">
                          <a:solidFill>
                            <a:srgbClr val="222222"/>
                          </a:solidFill>
                          <a:latin typeface="Calibri"/>
                          <a:ea typeface="Calibri"/>
                          <a:cs typeface="Calibri"/>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424665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B38EDC-0F68-457B-9E99-568FA1DCCC5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
            <a:extLst xmlns:a="http://schemas.openxmlformats.org/drawingml/2006/main">
              <a:ext uri="{FF2B5EF4-FFF2-40B4-BE49-F238E27FC236}">
                <a16:creationId xmlns:a16="http://schemas.microsoft.com/office/drawing/2014/main" id="{020E760B-3601-45A0-838A-1AF0AD3BF32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B873A338-1F33-41DD-BCBD-DA0AFF0FFFA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
            <a:extLst xmlns:a="http://schemas.openxmlformats.org/drawingml/2006/main">
              <a:ext uri="{FF2B5EF4-FFF2-40B4-BE49-F238E27FC236}">
                <a16:creationId xmlns:a16="http://schemas.microsoft.com/office/drawing/2014/main" id="{EB8C5B31-E696-46C3-9084-C6883BC609B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15</a:t>
            </a:r>
          </a:p>
        </p:txBody>
      </p:sp>
      <p:pic>
        <p:nvPicPr>
          <p:cNvPr id="5" name="">
            <a:extLst xmlns:a="http://schemas.openxmlformats.org/drawingml/2006/main">
              <a:ext uri="{FF2B5EF4-FFF2-40B4-BE49-F238E27FC236}">
                <a16:creationId xmlns:a16="http://schemas.microsoft.com/office/drawing/2014/main" id="{683FF28D-4591-4AD3-8654-E4A834231B16}"/>
              </a:ext>
            </a:extLst>
          </p:cNvPr>
          <p:cNvPicPr>
            <a:picLocks xmlns:a="http://schemas.openxmlformats.org/drawingml/2006/main" noChangeAspect="1"/>
          </p:cNvPicPr>
          <p:nvPr/>
        </p:nvPicPr>
        <p:blipFill>
          <a:blip xmlns:r="http://schemas.openxmlformats.org/officeDocument/2006/relationships" xmlns:a="http://schemas.openxmlformats.org/drawingml/2006/main" r:embed="R23fabdc9a8d14011"/>
          <a:stretch xmlns:a="http://schemas.openxmlformats.org/drawingml/2006/main"/>
        </p:blipFill>
        <p:spPr>
          <a:xfrm xmlns:a="http://schemas.openxmlformats.org/drawingml/2006/main">
            <a:off x="2138538" y="1666875"/>
            <a:ext cx="791492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E0EA6BD-9584-40F1-81C8-495C6CD65E6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10345860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547DAB-E520-48B2-8991-DA14D61FA7A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
            <a:extLst xmlns:a="http://schemas.openxmlformats.org/drawingml/2006/main">
              <a:ext uri="{FF2B5EF4-FFF2-40B4-BE49-F238E27FC236}">
                <a16:creationId xmlns:a16="http://schemas.microsoft.com/office/drawing/2014/main" id="{F4858DBD-7C31-4DB0-8D8F-19B883950EE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ED66B7F0-90DD-44FF-A1D9-3C9441ED04E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
            <a:extLst xmlns:a="http://schemas.openxmlformats.org/drawingml/2006/main">
              <a:ext uri="{FF2B5EF4-FFF2-40B4-BE49-F238E27FC236}">
                <a16:creationId xmlns:a16="http://schemas.microsoft.com/office/drawing/2014/main" id="{F9FC8E81-8732-40D8-9BC9-4B6D9388AD5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16</a:t>
            </a:r>
          </a:p>
        </p:txBody>
      </p:sp>
      <p:pic>
        <p:nvPicPr>
          <p:cNvPr id="5" name="">
            <a:extLst xmlns:a="http://schemas.openxmlformats.org/drawingml/2006/main">
              <a:ext uri="{FF2B5EF4-FFF2-40B4-BE49-F238E27FC236}">
                <a16:creationId xmlns:a16="http://schemas.microsoft.com/office/drawing/2014/main" id="{FBFF016C-D784-4E44-8497-AD98A1BE9998}"/>
              </a:ext>
            </a:extLst>
          </p:cNvPr>
          <p:cNvPicPr>
            <a:picLocks xmlns:a="http://schemas.openxmlformats.org/drawingml/2006/main" noChangeAspect="1"/>
          </p:cNvPicPr>
          <p:nvPr/>
        </p:nvPicPr>
        <p:blipFill>
          <a:blip xmlns:r="http://schemas.openxmlformats.org/officeDocument/2006/relationships" xmlns:a="http://schemas.openxmlformats.org/drawingml/2006/main" r:embed="R4259f57e62fb462a"/>
          <a:stretch xmlns:a="http://schemas.openxmlformats.org/drawingml/2006/main"/>
        </p:blipFill>
        <p:spPr>
          <a:xfrm xmlns:a="http://schemas.openxmlformats.org/drawingml/2006/main">
            <a:off x="1842458" y="1666875"/>
            <a:ext cx="264920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0642EA3-254C-431B-8CC9-F0DD4856D556}"/>
              </a:ext>
            </a:extLst>
          </p:cNvPr>
          <p:cNvPicPr>
            <a:picLocks xmlns:a="http://schemas.openxmlformats.org/drawingml/2006/main" noChangeAspect="1"/>
          </p:cNvPicPr>
          <p:nvPr/>
        </p:nvPicPr>
        <p:blipFill>
          <a:blip xmlns:r="http://schemas.openxmlformats.org/officeDocument/2006/relationships" xmlns:a="http://schemas.openxmlformats.org/drawingml/2006/main" r:embed="R94ad52084abb4591"/>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E063FE7-98A3-463A-9CDE-E2F03EEFDD67}"/>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
            <a:extLst xmlns:a="http://schemas.openxmlformats.org/drawingml/2006/main">
              <a:ext uri="{FF2B5EF4-FFF2-40B4-BE49-F238E27FC236}">
                <a16:creationId xmlns:a16="http://schemas.microsoft.com/office/drawing/2014/main" id="{F265790F-29CE-4626-896A-45AFA71D3AE3}"/>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14830733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438D30-0005-4D1A-9739-EA196C0603C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
            <a:extLst xmlns:a="http://schemas.openxmlformats.org/drawingml/2006/main">
              <a:ext uri="{FF2B5EF4-FFF2-40B4-BE49-F238E27FC236}">
                <a16:creationId xmlns:a16="http://schemas.microsoft.com/office/drawing/2014/main" id="{F08E4583-46F2-44C0-A529-ED27B256241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8EAF1B92-3E43-4C20-9D63-E7A610F52F0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0CC5E3A2-7527-400F-83CB-957507C6EFB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17</a:t>
            </a:r>
          </a:p>
        </p:txBody>
      </p:sp>
      <p:pic>
        <p:nvPicPr>
          <p:cNvPr id="5" name="">
            <a:extLst xmlns:a="http://schemas.openxmlformats.org/drawingml/2006/main">
              <a:ext uri="{FF2B5EF4-FFF2-40B4-BE49-F238E27FC236}">
                <a16:creationId xmlns:a16="http://schemas.microsoft.com/office/drawing/2014/main" id="{98918095-34F3-405A-A785-D8530B8E73B0}"/>
              </a:ext>
            </a:extLst>
          </p:cNvPr>
          <p:cNvPicPr>
            <a:picLocks xmlns:a="http://schemas.openxmlformats.org/drawingml/2006/main" noChangeAspect="1"/>
          </p:cNvPicPr>
          <p:nvPr/>
        </p:nvPicPr>
        <p:blipFill>
          <a:blip xmlns:r="http://schemas.openxmlformats.org/officeDocument/2006/relationships" xmlns:a="http://schemas.openxmlformats.org/drawingml/2006/main" r:embed="R6234ce6c48e24ffd"/>
          <a:stretch xmlns:a="http://schemas.openxmlformats.org/drawingml/2006/main"/>
        </p:blipFill>
        <p:spPr>
          <a:xfrm xmlns:a="http://schemas.openxmlformats.org/drawingml/2006/main">
            <a:off x="3394932" y="1666875"/>
            <a:ext cx="540213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6EBE3E-A118-4FFB-BE2F-51D1B7211F1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10533332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F2D24D-3F3A-4D29-B5A0-F0B1C51D4F0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6A7EBCC7-EDCF-4571-BA2B-B49A3581D68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
            <a:extLst xmlns:a="http://schemas.openxmlformats.org/drawingml/2006/main">
              <a:ext uri="{FF2B5EF4-FFF2-40B4-BE49-F238E27FC236}">
                <a16:creationId xmlns:a16="http://schemas.microsoft.com/office/drawing/2014/main" id="{232779E8-2EFC-4488-9423-D8689E897FE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7DE1FA2A-165D-4497-A818-7DD8B69C112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18</a:t>
            </a:r>
          </a:p>
        </p:txBody>
      </p:sp>
      <p:pic>
        <p:nvPicPr>
          <p:cNvPr id="5" name="">
            <a:extLst xmlns:a="http://schemas.openxmlformats.org/drawingml/2006/main">
              <a:ext uri="{FF2B5EF4-FFF2-40B4-BE49-F238E27FC236}">
                <a16:creationId xmlns:a16="http://schemas.microsoft.com/office/drawing/2014/main" id="{4E0545E9-F82B-4CB5-B732-5F81EB225C84}"/>
              </a:ext>
            </a:extLst>
          </p:cNvPr>
          <p:cNvPicPr>
            <a:picLocks xmlns:a="http://schemas.openxmlformats.org/drawingml/2006/main" noChangeAspect="1"/>
          </p:cNvPicPr>
          <p:nvPr/>
        </p:nvPicPr>
        <p:blipFill>
          <a:blip xmlns:r="http://schemas.openxmlformats.org/officeDocument/2006/relationships" xmlns:a="http://schemas.openxmlformats.org/drawingml/2006/main" r:embed="R5d1d49c1b9584823"/>
          <a:stretch xmlns:a="http://schemas.openxmlformats.org/drawingml/2006/main"/>
        </p:blipFill>
        <p:spPr>
          <a:xfrm xmlns:a="http://schemas.openxmlformats.org/drawingml/2006/main">
            <a:off x="3653127" y="1666875"/>
            <a:ext cx="4885746"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180DD96-6FA8-4C6A-87F1-7A4903B8B35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17529234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5DAAD2-27A7-4376-9A7F-4A177022A39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43531670-B10D-4B2A-AA18-FEB0DE65C1B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7FD21C90-9789-432B-ACEC-42D45C4AC5F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
            <a:extLst xmlns:a="http://schemas.openxmlformats.org/drawingml/2006/main">
              <a:ext uri="{FF2B5EF4-FFF2-40B4-BE49-F238E27FC236}">
                <a16:creationId xmlns:a16="http://schemas.microsoft.com/office/drawing/2014/main" id="{DA12724B-8D92-4AD8-917C-F35777B1F65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19</a:t>
            </a:r>
          </a:p>
        </p:txBody>
      </p:sp>
      <p:pic>
        <p:nvPicPr>
          <p:cNvPr id="5" name="">
            <a:extLst xmlns:a="http://schemas.openxmlformats.org/drawingml/2006/main">
              <a:ext uri="{FF2B5EF4-FFF2-40B4-BE49-F238E27FC236}">
                <a16:creationId xmlns:a16="http://schemas.microsoft.com/office/drawing/2014/main" id="{4AE254A4-98CD-4A67-91ED-DA0B46EA7E71}"/>
              </a:ext>
            </a:extLst>
          </p:cNvPr>
          <p:cNvPicPr>
            <a:picLocks xmlns:a="http://schemas.openxmlformats.org/drawingml/2006/main" noChangeAspect="1"/>
          </p:cNvPicPr>
          <p:nvPr/>
        </p:nvPicPr>
        <p:blipFill>
          <a:blip xmlns:r="http://schemas.openxmlformats.org/officeDocument/2006/relationships" xmlns:a="http://schemas.openxmlformats.org/drawingml/2006/main" r:embed="R9fad284ce24f47cc"/>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66C249-6927-4059-BC1D-416137CE209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17385762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DA5E73-0094-4279-9481-E0480116593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
            <a:extLst xmlns:a="http://schemas.openxmlformats.org/drawingml/2006/main">
              <a:ext uri="{FF2B5EF4-FFF2-40B4-BE49-F238E27FC236}">
                <a16:creationId xmlns:a16="http://schemas.microsoft.com/office/drawing/2014/main" id="{46BFADBD-667B-4814-814A-4888893ABAA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9A398876-598D-4F61-9785-D714BB5F87B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F0F66898-E44C-4185-8A50-9DFFBADD0BF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20</a:t>
            </a:r>
          </a:p>
        </p:txBody>
      </p:sp>
      <p:pic>
        <p:nvPicPr>
          <p:cNvPr id="5" name="">
            <a:extLst xmlns:a="http://schemas.openxmlformats.org/drawingml/2006/main">
              <a:ext uri="{FF2B5EF4-FFF2-40B4-BE49-F238E27FC236}">
                <a16:creationId xmlns:a16="http://schemas.microsoft.com/office/drawing/2014/main" id="{482A9F2F-5B6B-4633-A082-9504C25AEFB6}"/>
              </a:ext>
            </a:extLst>
          </p:cNvPr>
          <p:cNvPicPr>
            <a:picLocks xmlns:a="http://schemas.openxmlformats.org/drawingml/2006/main" noChangeAspect="1"/>
          </p:cNvPicPr>
          <p:nvPr/>
        </p:nvPicPr>
        <p:blipFill>
          <a:blip xmlns:r="http://schemas.openxmlformats.org/officeDocument/2006/relationships" xmlns:a="http://schemas.openxmlformats.org/drawingml/2006/main" r:embed="R581572ef46fd4d76"/>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76207C2-6DAE-4E8A-B737-76BC8FD64E8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8150767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DB5D3C-99E2-4E53-911A-3028F92E9A9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
            <a:extLst xmlns:a="http://schemas.openxmlformats.org/drawingml/2006/main">
              <a:ext uri="{FF2B5EF4-FFF2-40B4-BE49-F238E27FC236}">
                <a16:creationId xmlns:a16="http://schemas.microsoft.com/office/drawing/2014/main" id="{C05C5140-916E-4920-88B0-179CE853A25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AE0B2A82-A5C9-4A27-B623-3F8D9B3CEFD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9918F7B3-B2CB-4454-879D-F439A177685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21</a:t>
            </a:r>
          </a:p>
        </p:txBody>
      </p:sp>
      <p:pic>
        <p:nvPicPr>
          <p:cNvPr id="5" name="">
            <a:extLst xmlns:a="http://schemas.openxmlformats.org/drawingml/2006/main">
              <a:ext uri="{FF2B5EF4-FFF2-40B4-BE49-F238E27FC236}">
                <a16:creationId xmlns:a16="http://schemas.microsoft.com/office/drawing/2014/main" id="{954416F1-8A86-43B3-801D-CE967E8FED3C}"/>
              </a:ext>
            </a:extLst>
          </p:cNvPr>
          <p:cNvPicPr>
            <a:picLocks xmlns:a="http://schemas.openxmlformats.org/drawingml/2006/main" noChangeAspect="1"/>
          </p:cNvPicPr>
          <p:nvPr/>
        </p:nvPicPr>
        <p:blipFill>
          <a:blip xmlns:r="http://schemas.openxmlformats.org/officeDocument/2006/relationships" xmlns:a="http://schemas.openxmlformats.org/drawingml/2006/main" r:embed="R21934fbcbf1e44b7"/>
          <a:stretch xmlns:a="http://schemas.openxmlformats.org/drawingml/2006/main"/>
        </p:blipFill>
        <p:spPr>
          <a:xfrm xmlns:a="http://schemas.openxmlformats.org/drawingml/2006/main">
            <a:off x="1947333" y="1666875"/>
            <a:ext cx="8297333" cy="4572000"/>
          </a:xfrm>
          <a:prstGeom xmlns:a="http://schemas.openxmlformats.org/drawingml/2006/main" prst="rect">
            <a:avLst/>
          </a:prstGeom>
        </p:spPr>
      </p:pic>
    </p:spTree>
    <p:extLst>
      <p:ext uri="{BB962C8B-B14F-4D97-AF65-F5344CB8AC3E}">
        <p14:creationId xmlns:p14="http://schemas.microsoft.com/office/powerpoint/2010/main" val="166827658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F3E1C2-1D6F-44E6-9289-FCD21B4602E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
            <a:extLst xmlns:a="http://schemas.openxmlformats.org/drawingml/2006/main">
              <a:ext uri="{FF2B5EF4-FFF2-40B4-BE49-F238E27FC236}">
                <a16:creationId xmlns:a16="http://schemas.microsoft.com/office/drawing/2014/main" id="{1720D7C9-E0D2-4ED6-B511-76F3D8CA8CA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73266E5C-8C4C-443D-817A-BC804D0B9AF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8B6ACBC2-56CD-4FC2-885B-73CD4F53D96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22</a:t>
            </a:r>
          </a:p>
        </p:txBody>
      </p:sp>
      <p:pic>
        <p:nvPicPr>
          <p:cNvPr id="5" name="">
            <a:extLst xmlns:a="http://schemas.openxmlformats.org/drawingml/2006/main">
              <a:ext uri="{FF2B5EF4-FFF2-40B4-BE49-F238E27FC236}">
                <a16:creationId xmlns:a16="http://schemas.microsoft.com/office/drawing/2014/main" id="{3AB39D93-F3A3-430C-A589-9741CF643F2A}"/>
              </a:ext>
            </a:extLst>
          </p:cNvPr>
          <p:cNvPicPr>
            <a:picLocks xmlns:a="http://schemas.openxmlformats.org/drawingml/2006/main" noChangeAspect="1"/>
          </p:cNvPicPr>
          <p:nvPr/>
        </p:nvPicPr>
        <p:blipFill>
          <a:blip xmlns:r="http://schemas.openxmlformats.org/officeDocument/2006/relationships" xmlns:a="http://schemas.openxmlformats.org/drawingml/2006/main" r:embed="R2a7c99853d5c4a4e"/>
          <a:stretch xmlns:a="http://schemas.openxmlformats.org/drawingml/2006/main"/>
        </p:blipFill>
        <p:spPr>
          <a:xfrm xmlns:a="http://schemas.openxmlformats.org/drawingml/2006/main">
            <a:off x="1663014" y="1666875"/>
            <a:ext cx="8865973"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B7B8576-215A-4F83-85E2-1AD281EDD23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11539776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5D35E2-8434-4E2F-A76C-46C984F25FB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
            <a:extLst xmlns:a="http://schemas.openxmlformats.org/drawingml/2006/main">
              <a:ext uri="{FF2B5EF4-FFF2-40B4-BE49-F238E27FC236}">
                <a16:creationId xmlns:a16="http://schemas.microsoft.com/office/drawing/2014/main" id="{02418DB3-735D-4050-A83E-6CAB5C3CCA2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
            <a:extLst xmlns:a="http://schemas.openxmlformats.org/drawingml/2006/main">
              <a:ext uri="{FF2B5EF4-FFF2-40B4-BE49-F238E27FC236}">
                <a16:creationId xmlns:a16="http://schemas.microsoft.com/office/drawing/2014/main" id="{9AFD3663-D0DD-4A91-AF18-B8410FD317F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F6BD995F-9E6B-4D49-9C22-CE83CFAE0B2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23</a:t>
            </a:r>
          </a:p>
        </p:txBody>
      </p:sp>
      <p:pic>
        <p:nvPicPr>
          <p:cNvPr id="5" name="">
            <a:extLst xmlns:a="http://schemas.openxmlformats.org/drawingml/2006/main">
              <a:ext uri="{FF2B5EF4-FFF2-40B4-BE49-F238E27FC236}">
                <a16:creationId xmlns:a16="http://schemas.microsoft.com/office/drawing/2014/main" id="{0F1A2EDF-B368-4CAD-9EB7-B65CD09FBCE3}"/>
              </a:ext>
            </a:extLst>
          </p:cNvPr>
          <p:cNvPicPr>
            <a:picLocks xmlns:a="http://schemas.openxmlformats.org/drawingml/2006/main" noChangeAspect="1"/>
          </p:cNvPicPr>
          <p:nvPr/>
        </p:nvPicPr>
        <p:blipFill>
          <a:blip xmlns:r="http://schemas.openxmlformats.org/officeDocument/2006/relationships" xmlns:a="http://schemas.openxmlformats.org/drawingml/2006/main" r:embed="R34d17d3876c4416c"/>
          <a:stretch xmlns:a="http://schemas.openxmlformats.org/drawingml/2006/main"/>
        </p:blipFill>
        <p:spPr>
          <a:xfrm xmlns:a="http://schemas.openxmlformats.org/drawingml/2006/main">
            <a:off x="804489" y="1666875"/>
            <a:ext cx="4725147"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4F16CAB-3714-46B7-BA28-0369443E46CF}"/>
              </a:ext>
            </a:extLst>
          </p:cNvPr>
          <p:cNvPicPr>
            <a:picLocks xmlns:a="http://schemas.openxmlformats.org/drawingml/2006/main" noChangeAspect="1"/>
          </p:cNvPicPr>
          <p:nvPr/>
        </p:nvPicPr>
        <p:blipFill>
          <a:blip xmlns:r="http://schemas.openxmlformats.org/officeDocument/2006/relationships" xmlns:a="http://schemas.openxmlformats.org/drawingml/2006/main" r:embed="Rf1522f0e9324446e"/>
          <a:stretch xmlns:a="http://schemas.openxmlformats.org/drawingml/2006/main"/>
        </p:blipFill>
        <p:spPr>
          <a:xfrm xmlns:a="http://schemas.openxmlformats.org/drawingml/2006/main">
            <a:off x="6581197" y="1666875"/>
            <a:ext cx="4887481"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5741B3F-2539-49D6-808C-A96753577B0C}"/>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Historical mechanical model</a:t>
            </a:r>
          </a:p>
        </p:txBody>
      </p:sp>
      <p:sp>
        <p:nvSpPr>
          <p:cNvPr id="8" name="">
            <a:extLst xmlns:a="http://schemas.openxmlformats.org/drawingml/2006/main">
              <a:ext uri="{FF2B5EF4-FFF2-40B4-BE49-F238E27FC236}">
                <a16:creationId xmlns:a16="http://schemas.microsoft.com/office/drawing/2014/main" id="{82CD12A3-3282-4519-B782-2229454940B6}"/>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Original left-joint traces</a:t>
            </a:r>
          </a:p>
        </p:txBody>
      </p:sp>
    </p:spTree>
    <p:extLst>
      <p:ext uri="{BB962C8B-B14F-4D97-AF65-F5344CB8AC3E}">
        <p14:creationId xmlns:p14="http://schemas.microsoft.com/office/powerpoint/2010/main" val="7937989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D3A99CF-15D5-43E6-8795-622972CDF5A4}"/>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10" name="">
            <a:extLst xmlns:a="http://schemas.openxmlformats.org/drawingml/2006/main">
              <a:ext uri="{FF2B5EF4-FFF2-40B4-BE49-F238E27FC236}">
                <a16:creationId xmlns:a16="http://schemas.microsoft.com/office/drawing/2014/main" id="{F485FAFF-DCE6-477E-910F-D50260DC5338}"/>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9" name="">
            <a:extLst xmlns:a="http://schemas.openxmlformats.org/drawingml/2006/main">
              <a:ext uri="{FF2B5EF4-FFF2-40B4-BE49-F238E27FC236}">
                <a16:creationId xmlns:a16="http://schemas.microsoft.com/office/drawing/2014/main" id="{31F9C4F9-1D61-412F-8524-3EAAC1005784}"/>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tailEnd type="arrow" w="med" len="med"/>
          </a:ln>
        </p:spPr>
      </p:cxnSp>
      <p:sp>
        <p:nvSpPr>
          <p:cNvPr id="14" name="">
            <a:extLst xmlns:a="http://schemas.openxmlformats.org/drawingml/2006/main">
              <a:ext uri="{FF2B5EF4-FFF2-40B4-BE49-F238E27FC236}">
                <a16:creationId xmlns:a16="http://schemas.microsoft.com/office/drawing/2014/main" id="{C4D334E7-685E-46B4-999A-B93DDA79F45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
            <a:extLst xmlns:a="http://schemas.openxmlformats.org/drawingml/2006/main">
              <a:ext uri="{FF2B5EF4-FFF2-40B4-BE49-F238E27FC236}">
                <a16:creationId xmlns:a16="http://schemas.microsoft.com/office/drawing/2014/main" id="{7719C092-DE10-43C0-9A3D-8527F922937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
            <a:extLst xmlns:a="http://schemas.openxmlformats.org/drawingml/2006/main">
              <a:ext uri="{FF2B5EF4-FFF2-40B4-BE49-F238E27FC236}">
                <a16:creationId xmlns:a16="http://schemas.microsoft.com/office/drawing/2014/main" id="{8EC543D5-DDCC-4078-8AD6-42E14DB170C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
            <a:extLst xmlns:a="http://schemas.openxmlformats.org/drawingml/2006/main">
              <a:ext uri="{FF2B5EF4-FFF2-40B4-BE49-F238E27FC236}">
                <a16:creationId xmlns:a16="http://schemas.microsoft.com/office/drawing/2014/main" id="{FD70F5A1-4BE3-46FA-9CB4-C260EEC8886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6FC23392-4A7D-415F-82BF-D53ED71D95E8}"/>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
            <a:extLst xmlns:a="http://schemas.openxmlformats.org/drawingml/2006/main">
              <a:ext uri="{FF2B5EF4-FFF2-40B4-BE49-F238E27FC236}">
                <a16:creationId xmlns:a16="http://schemas.microsoft.com/office/drawing/2014/main" id="{D6098F79-D0E1-4023-A15F-4BAA65AF40F1}"/>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
            <a:extLst xmlns:a="http://schemas.openxmlformats.org/drawingml/2006/main">
              <a:ext uri="{FF2B5EF4-FFF2-40B4-BE49-F238E27FC236}">
                <a16:creationId xmlns:a16="http://schemas.microsoft.com/office/drawing/2014/main" id="{0D95E0FA-8DF7-44FC-9440-4715BEB0D0B3}"/>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
            <a:extLst xmlns:a="http://schemas.openxmlformats.org/drawingml/2006/main">
              <a:ext uri="{FF2B5EF4-FFF2-40B4-BE49-F238E27FC236}">
                <a16:creationId xmlns:a16="http://schemas.microsoft.com/office/drawing/2014/main" id="{0ACDE071-9CDF-4AA2-8E0A-03261FEFA7F6}"/>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
            <a:extLst xmlns:a="http://schemas.openxmlformats.org/drawingml/2006/main">
              <a:ext uri="{FF2B5EF4-FFF2-40B4-BE49-F238E27FC236}">
                <a16:creationId xmlns:a16="http://schemas.microsoft.com/office/drawing/2014/main" id="{841123E6-8AC6-45D1-BE7F-9B1AB7011FD4}"/>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
            <a:extLst xmlns:a="http://schemas.openxmlformats.org/drawingml/2006/main">
              <a:ext uri="{FF2B5EF4-FFF2-40B4-BE49-F238E27FC236}">
                <a16:creationId xmlns:a16="http://schemas.microsoft.com/office/drawing/2014/main" id="{AFC7A67D-71DD-4761-A5D6-41E83118ADB3}"/>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67880666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138A57-A1A1-4E90-9167-8CC358DCB00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
            <a:extLst xmlns:a="http://schemas.openxmlformats.org/drawingml/2006/main">
              <a:ext uri="{FF2B5EF4-FFF2-40B4-BE49-F238E27FC236}">
                <a16:creationId xmlns:a16="http://schemas.microsoft.com/office/drawing/2014/main" id="{661F6588-7DD7-47F9-85E9-AB59F6984EF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6CC8769B-BD93-4E72-A44C-62BC25BB51A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32398D4F-C236-48E0-9BB2-45C1FFD827D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25</a:t>
            </a:r>
          </a:p>
        </p:txBody>
      </p:sp>
      <p:pic>
        <p:nvPicPr>
          <p:cNvPr id="5" name="">
            <a:extLst xmlns:a="http://schemas.openxmlformats.org/drawingml/2006/main">
              <a:ext uri="{FF2B5EF4-FFF2-40B4-BE49-F238E27FC236}">
                <a16:creationId xmlns:a16="http://schemas.microsoft.com/office/drawing/2014/main" id="{3EA5044C-E30D-4E1F-81C6-56EC91693C0E}"/>
              </a:ext>
            </a:extLst>
          </p:cNvPr>
          <p:cNvPicPr>
            <a:picLocks xmlns:a="http://schemas.openxmlformats.org/drawingml/2006/main" noChangeAspect="1"/>
          </p:cNvPicPr>
          <p:nvPr/>
        </p:nvPicPr>
        <p:blipFill>
          <a:blip xmlns:r="http://schemas.openxmlformats.org/officeDocument/2006/relationships" xmlns:a="http://schemas.openxmlformats.org/drawingml/2006/main" r:embed="Ra982fcacaa3447da"/>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4C4590B-BB18-47F5-AF94-1462451310D3}"/>
              </a:ext>
            </a:extLst>
          </p:cNvPr>
          <p:cNvPicPr>
            <a:picLocks xmlns:a="http://schemas.openxmlformats.org/drawingml/2006/main" noChangeAspect="1"/>
          </p:cNvPicPr>
          <p:nvPr/>
        </p:nvPicPr>
        <p:blipFill>
          <a:blip xmlns:r="http://schemas.openxmlformats.org/officeDocument/2006/relationships" xmlns:a="http://schemas.openxmlformats.org/drawingml/2006/main" r:embed="R98ead61387c74622"/>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EC6FCB0-138E-410D-AD84-104160D26F51}"/>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
            <a:extLst xmlns:a="http://schemas.openxmlformats.org/drawingml/2006/main">
              <a:ext uri="{FF2B5EF4-FFF2-40B4-BE49-F238E27FC236}">
                <a16:creationId xmlns:a16="http://schemas.microsoft.com/office/drawing/2014/main" id="{1323682A-C2D6-4152-AF4C-0EF8083DA547}"/>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165714913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22EBDF-5B8C-49B0-8D92-79722F8174A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
            <a:extLst xmlns:a="http://schemas.openxmlformats.org/drawingml/2006/main">
              <a:ext uri="{FF2B5EF4-FFF2-40B4-BE49-F238E27FC236}">
                <a16:creationId xmlns:a16="http://schemas.microsoft.com/office/drawing/2014/main" id="{D3413E06-23FE-421D-8267-0094C8D8D28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B9703B38-4452-4F46-BF4B-5727374878B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
            <a:extLst xmlns:a="http://schemas.openxmlformats.org/drawingml/2006/main">
              <a:ext uri="{FF2B5EF4-FFF2-40B4-BE49-F238E27FC236}">
                <a16:creationId xmlns:a16="http://schemas.microsoft.com/office/drawing/2014/main" id="{FEA3B3BD-0590-4114-B0D5-CE33CC088F7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26</a:t>
            </a:r>
          </a:p>
        </p:txBody>
      </p:sp>
      <p:pic>
        <p:nvPicPr>
          <p:cNvPr id="5" name="">
            <a:extLst xmlns:a="http://schemas.openxmlformats.org/drawingml/2006/main">
              <a:ext uri="{FF2B5EF4-FFF2-40B4-BE49-F238E27FC236}">
                <a16:creationId xmlns:a16="http://schemas.microsoft.com/office/drawing/2014/main" id="{676A7B61-6475-4ABB-B96C-E3B0E47D4D7B}"/>
              </a:ext>
            </a:extLst>
          </p:cNvPr>
          <p:cNvPicPr>
            <a:picLocks xmlns:a="http://schemas.openxmlformats.org/drawingml/2006/main" noChangeAspect="1"/>
          </p:cNvPicPr>
          <p:nvPr/>
        </p:nvPicPr>
        <p:blipFill>
          <a:blip xmlns:r="http://schemas.openxmlformats.org/officeDocument/2006/relationships" xmlns:a="http://schemas.openxmlformats.org/drawingml/2006/main" r:embed="Rd741b6f429c04f4d"/>
          <a:stretch xmlns:a="http://schemas.openxmlformats.org/drawingml/2006/main"/>
        </p:blipFill>
        <p:spPr>
          <a:xfrm xmlns:a="http://schemas.openxmlformats.org/drawingml/2006/main">
            <a:off x="3377890" y="1666875"/>
            <a:ext cx="543622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EB8C10-680A-4992-A523-4ADAA31CF80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Spindle (Ia) and tendon-organ (Ib) inputs in a provisional model</a:t>
            </a:r>
          </a:p>
        </p:txBody>
      </p:sp>
    </p:spTree>
    <p:extLst>
      <p:ext uri="{BB962C8B-B14F-4D97-AF65-F5344CB8AC3E}">
        <p14:creationId xmlns:p14="http://schemas.microsoft.com/office/powerpoint/2010/main" val="146208236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7872BC-3B85-4F32-88D5-89F510B4C07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
            <a:extLst xmlns:a="http://schemas.openxmlformats.org/drawingml/2006/main">
              <a:ext uri="{FF2B5EF4-FFF2-40B4-BE49-F238E27FC236}">
                <a16:creationId xmlns:a16="http://schemas.microsoft.com/office/drawing/2014/main" id="{216DA6F6-4655-4C15-AC32-1BFCC171200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172CE28C-EB7F-420F-A0F7-3C983C8F059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C1A76A9C-F2B5-4B6C-8893-FCE3AA7F8C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27</a:t>
            </a:r>
          </a:p>
        </p:txBody>
      </p:sp>
      <p:pic>
        <p:nvPicPr>
          <p:cNvPr id="5" name="">
            <a:extLst xmlns:a="http://schemas.openxmlformats.org/drawingml/2006/main">
              <a:ext uri="{FF2B5EF4-FFF2-40B4-BE49-F238E27FC236}">
                <a16:creationId xmlns:a16="http://schemas.microsoft.com/office/drawing/2014/main" id="{CC2E358A-D5DC-4880-85AD-CBEE5B29567F}"/>
              </a:ext>
            </a:extLst>
          </p:cNvPr>
          <p:cNvPicPr>
            <a:picLocks xmlns:a="http://schemas.openxmlformats.org/drawingml/2006/main" noChangeAspect="1"/>
          </p:cNvPicPr>
          <p:nvPr/>
        </p:nvPicPr>
        <p:blipFill>
          <a:blip xmlns:r="http://schemas.openxmlformats.org/officeDocument/2006/relationships" xmlns:a="http://schemas.openxmlformats.org/drawingml/2006/main" r:embed="Rf1ae3400c9f14452"/>
          <a:stretch xmlns:a="http://schemas.openxmlformats.org/drawingml/2006/main"/>
        </p:blipFill>
        <p:spPr>
          <a:xfrm xmlns:a="http://schemas.openxmlformats.org/drawingml/2006/main">
            <a:off x="3524250" y="1666875"/>
            <a:ext cx="5143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D8F9935-4681-40A7-BE55-A04529DB228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17561573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299860-88A7-4C2E-B004-E1573EBDF7A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
            <a:extLst xmlns:a="http://schemas.openxmlformats.org/drawingml/2006/main">
              <a:ext uri="{FF2B5EF4-FFF2-40B4-BE49-F238E27FC236}">
                <a16:creationId xmlns:a16="http://schemas.microsoft.com/office/drawing/2014/main" id="{3E818C01-E43D-46A5-9E7D-56275115997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78368B28-204F-4F1F-BD9B-96269482E13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CB36474E-A680-4A08-8FA7-F110381D10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5F62E58F-66AF-4423-B054-C41125BBD2AE}"/>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latin typeface="Calibri"/>
                          <a:ea typeface="Calibri"/>
                          <a:cs typeface="Calibri"/>
                        </a:rPr>
                        <a:t>Verification level</a:t>
                      </a:r>
                    </a:p>
                  </a:txBody>
                  <a:tcPr marL="91440" marR="91440" marT="45720" marB="45720">
                    <a:solidFill>
                      <a:srgbClr val="FFFFFF"/>
                    </a:solidFill>
                  </a:tcPr>
                </a:tc>
                <a:tc>
                  <a:txBody>
                    <a:bodyPr/>
                    <a:lstStyle/>
                    <a:p>
                      <a:r>
                        <a:rPr sz="1875" b="1">
                          <a:solidFill>
                            <a:srgbClr val="00796B"/>
                          </a:solidFill>
                          <a:latin typeface="Calibri"/>
                          <a:ea typeface="Calibri"/>
                          <a:cs typeface="Calibri"/>
                        </a:rPr>
                        <a:t>Observed result</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Sensor and command exchange</a:t>
                      </a:r>
                    </a:p>
                  </a:txBody>
                  <a:tcPr marL="91440" marR="91440" marT="45720" marB="45720">
                    <a:solidFill>
                      <a:srgbClr val="FFFFFF"/>
                    </a:solidFill>
                  </a:tcPr>
                </a:tc>
                <a:tc>
                  <a:txBody>
                    <a:bodyPr/>
                    <a:lstStyle/>
                    <a:p>
                      <a:r>
                        <a:rPr sz="1875" b="0">
                          <a:solidFill>
                            <a:srgbClr val="222222"/>
                          </a:solidFill>
                          <a:latin typeface="Calibri"/>
                          <a:ea typeface="Calibri"/>
                          <a:cs typeface="Calibri"/>
                        </a:rPr>
                        <a:t>Bit-exact scored readback</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92-actuator closed-loop run</a:t>
                      </a:r>
                    </a:p>
                  </a:txBody>
                  <a:tcPr marL="91440" marR="91440" marT="45720" marB="45720">
                    <a:solidFill>
                      <a:srgbClr val="FFFFFF"/>
                    </a:solidFill>
                  </a:tcPr>
                </a:tc>
                <a:tc>
                  <a:txBody>
                    <a:bodyPr/>
                    <a:lstStyle/>
                    <a:p>
                      <a:r>
                        <a:rPr sz="1875" b="0">
                          <a:solidFill>
                            <a:srgbClr val="222222"/>
                          </a:solidFill>
                          <a:latin typeface="Calibri"/>
                          <a:ea typeface="Calibri"/>
                          <a:cs typeface="Calibri"/>
                        </a:rPr>
                        <a:t>Signals exchanged for 5 seconds</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Full network under tonic drive</a:t>
                      </a:r>
                    </a:p>
                  </a:txBody>
                  <a:tcPr marL="91440" marR="91440" marT="45720" marB="45720">
                    <a:solidFill>
                      <a:srgbClr val="FFFFFF"/>
                    </a:solidFill>
                  </a:tcPr>
                </a:tc>
                <a:tc>
                  <a:txBody>
                    <a:bodyPr/>
                    <a:lstStyle/>
                    <a:p>
                      <a:r>
                        <a:rPr sz="1875" b="0">
                          <a:solidFill>
                            <a:srgbClr val="222222"/>
                          </a:solidFill>
                          <a:latin typeface="Calibri"/>
                          <a:ea typeface="Calibri"/>
                          <a:cs typeface="Calibri"/>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3A0CCB8-6667-432A-A51D-CE6067573610}"/>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163619295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EBFA80-88FC-4C1E-82E4-952C233BFFE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
            <a:extLst xmlns:a="http://schemas.openxmlformats.org/drawingml/2006/main">
              <a:ext uri="{FF2B5EF4-FFF2-40B4-BE49-F238E27FC236}">
                <a16:creationId xmlns:a16="http://schemas.microsoft.com/office/drawing/2014/main" id="{651D15CD-1FDB-4FBE-9821-AEC270D86D3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47ED25DF-7859-4D44-82E5-C1034F77BE2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FBD79BAC-CBD1-4690-9164-E1DF3A7350C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F0367C4C-5F62-4532-B087-A9B9789453F3}"/>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latin typeface="Calibri"/>
                          <a:ea typeface="Calibri"/>
                          <a:cs typeface="Calibri"/>
                        </a:rPr>
                        <a:t>Contribution</a:t>
                      </a:r>
                    </a:p>
                  </a:txBody>
                  <a:tcPr marL="91440" marR="91440" marT="45720" marB="45720">
                    <a:solidFill>
                      <a:srgbClr val="FFFFFF"/>
                    </a:solidFill>
                  </a:tcPr>
                </a:tc>
                <a:tc>
                  <a:txBody>
                    <a:bodyPr/>
                    <a:lstStyle/>
                    <a:p>
                      <a:r>
                        <a:rPr sz="1875" b="1">
                          <a:solidFill>
                            <a:srgbClr val="00796B"/>
                          </a:solidFill>
                          <a:latin typeface="Calibri"/>
                          <a:ea typeface="Calibri"/>
                          <a:cs typeface="Calibri"/>
                        </a:rPr>
                        <a:t>Evidence</a:t>
                      </a:r>
                    </a:p>
                  </a:txBody>
                  <a:tcPr marL="91440" marR="91440" marT="45720" marB="45720">
                    <a:solidFill>
                      <a:srgbClr val="FFFFFF"/>
                    </a:solidFill>
                  </a:tcPr>
                </a:tc>
                <a:tc>
                  <a:txBody>
                    <a:bodyPr/>
                    <a:lstStyle/>
                    <a:p>
                      <a:r>
                        <a:rPr sz="1875" b="1">
                          <a:solidFill>
                            <a:srgbClr val="00796B"/>
                          </a:solidFill>
                          <a:latin typeface="Calibri"/>
                          <a:ea typeface="Calibri"/>
                          <a:cs typeface="Calibri"/>
                        </a:rPr>
                        <a:t>Boundary</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Actuator force model</a:t>
                      </a:r>
                    </a:p>
                  </a:txBody>
                  <a:tcPr marL="91440" marR="91440" marT="45720" marB="45720">
                    <a:solidFill>
                      <a:srgbClr val="FFFFFF"/>
                    </a:solidFill>
                  </a:tcPr>
                </a:tc>
                <a:tc>
                  <a:txBody>
                    <a:bodyPr/>
                    <a:lstStyle/>
                    <a:p>
                      <a:r>
                        <a:rPr sz="1875" b="0">
                          <a:solidFill>
                            <a:srgbClr val="222222"/>
                          </a:solidFill>
                          <a:latin typeface="Calibri"/>
                          <a:ea typeface="Calibri"/>
                          <a:cs typeface="Calibri"/>
                        </a:rPr>
                        <a:t>Measured force and held-out fits</a:t>
                      </a:r>
                    </a:p>
                  </a:txBody>
                  <a:tcPr marL="91440" marR="91440" marT="45720" marB="45720">
                    <a:solidFill>
                      <a:srgbClr val="FFFFFF"/>
                    </a:solidFill>
                  </a:tcPr>
                </a:tc>
                <a:tc>
                  <a:txBody>
                    <a:bodyPr/>
                    <a:lstStyle/>
                    <a:p>
                      <a:r>
                        <a:rPr sz="1875" b="0">
                          <a:solidFill>
                            <a:srgbClr val="222222"/>
                          </a:solidFill>
                          <a:latin typeface="Calibri"/>
                          <a:ea typeface="Calibri"/>
                          <a:cs typeface="Calibri"/>
                        </a:rPr>
                        <a:t>Static, tested actuator range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Joint model and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Held-out error and physical holds</a:t>
                      </a:r>
                    </a:p>
                  </a:txBody>
                  <a:tcPr marL="91440" marR="91440" marT="45720" marB="45720">
                    <a:solidFill>
                      <a:srgbClr val="FFFFFF"/>
                    </a:solidFill>
                  </a:tcPr>
                </a:tc>
                <a:tc>
                  <a:txBody>
                    <a:bodyPr/>
                    <a:lstStyle/>
                    <a:p>
                      <a:r>
                        <a:rPr sz="1875" b="0">
                          <a:solidFill>
                            <a:srgbClr val="222222"/>
                          </a:solidFill>
                          <a:latin typeface="Calibri"/>
                          <a:ea typeface="Calibri"/>
                          <a:cs typeface="Calibri"/>
                        </a:rPr>
                        <a:t>Variable pressure; residual mismatch</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SADb</a:t>
                      </a:r>
                    </a:p>
                  </a:txBody>
                  <a:tcPr marL="91440" marR="91440" marT="45720" marB="45720">
                    <a:solidFill>
                      <a:srgbClr val="FFFFFF"/>
                    </a:solidFill>
                  </a:tcPr>
                </a:tc>
                <a:tc>
                  <a:txBody>
                    <a:bodyPr/>
                    <a:lstStyle/>
                    <a:p>
                      <a:r>
                        <a:rPr sz="1875" b="0">
                          <a:solidFill>
                            <a:srgbClr val="222222"/>
                          </a:solidFill>
                          <a:latin typeface="Calibri"/>
                          <a:ea typeface="Calibri"/>
                          <a:cs typeface="Calibri"/>
                        </a:rPr>
                        <a:t>Inspectable linked records</a:t>
                      </a:r>
                    </a:p>
                  </a:txBody>
                  <a:tcPr marL="91440" marR="91440" marT="45720" marB="45720">
                    <a:solidFill>
                      <a:srgbClr val="FFFFFF"/>
                    </a:solidFill>
                  </a:tcPr>
                </a:tc>
                <a:tc>
                  <a:txBody>
                    <a:bodyPr/>
                    <a:lstStyle/>
                    <a:p>
                      <a:r>
                        <a:rPr sz="1875" b="0">
                          <a:solidFill>
                            <a:srgbClr val="222222"/>
                          </a:solidFill>
                          <a:latin typeface="Calibri"/>
                          <a:ea typeface="Calibri"/>
                          <a:cs typeface="Calibri"/>
                        </a:rPr>
                        <a:t>Uneven source coverage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Neural interfaces</a:t>
                      </a:r>
                    </a:p>
                  </a:txBody>
                  <a:tcPr marL="91440" marR="91440" marT="45720" marB="45720">
                    <a:solidFill>
                      <a:srgbClr val="FFFFFF"/>
                    </a:solidFill>
                  </a:tcPr>
                </a:tc>
                <a:tc>
                  <a:txBody>
                    <a:bodyPr/>
                    <a:lstStyle/>
                    <a:p>
                      <a:r>
                        <a:rPr sz="1875" b="0">
                          <a:solidFill>
                            <a:srgbClr val="222222"/>
                          </a:solidFill>
                          <a:latin typeface="Calibri"/>
                          <a:ea typeface="Calibri"/>
                          <a:cs typeface="Calibri"/>
                        </a:rPr>
                        <a:t>Matched tests and signal readback</a:t>
                      </a:r>
                    </a:p>
                  </a:txBody>
                  <a:tcPr marL="91440" marR="91440" marT="45720" marB="45720">
                    <a:solidFill>
                      <a:srgbClr val="FFFFFF"/>
                    </a:solidFill>
                  </a:tcPr>
                </a:tc>
                <a:tc>
                  <a:txBody>
                    <a:bodyPr/>
                    <a:lstStyle/>
                    <a:p>
                      <a:r>
                        <a:rPr sz="1875" b="0">
                          <a:solidFill>
                            <a:srgbClr val="222222"/>
                          </a:solidFill>
                          <a:latin typeface="Calibri"/>
                          <a:ea typeface="Calibri"/>
                          <a:cs typeface="Calibri"/>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9846028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FA33C-C11C-41A7-8A2E-8FA8347D284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
            <a:extLst xmlns:a="http://schemas.openxmlformats.org/drawingml/2006/main">
              <a:ext uri="{FF2B5EF4-FFF2-40B4-BE49-F238E27FC236}">
                <a16:creationId xmlns:a16="http://schemas.microsoft.com/office/drawing/2014/main" id="{25FC950B-779B-4CBC-BC15-5D8EF92C20E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683F493D-C681-4B03-9E26-C9CB09AC7F0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
            <a:extLst xmlns:a="http://schemas.openxmlformats.org/drawingml/2006/main">
              <a:ext uri="{FF2B5EF4-FFF2-40B4-BE49-F238E27FC236}">
                <a16:creationId xmlns:a16="http://schemas.microsoft.com/office/drawing/2014/main" id="{5F3CF6D7-0DBA-4255-AF0E-A569B11B209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30</a:t>
            </a:r>
          </a:p>
        </p:txBody>
      </p:sp>
      <p:pic>
        <p:nvPicPr>
          <p:cNvPr id="5" name="">
            <a:extLst xmlns:a="http://schemas.openxmlformats.org/drawingml/2006/main">
              <a:ext uri="{FF2B5EF4-FFF2-40B4-BE49-F238E27FC236}">
                <a16:creationId xmlns:a16="http://schemas.microsoft.com/office/drawing/2014/main" id="{B505B7CF-AF54-478E-B04C-428BF0A73A73}"/>
              </a:ext>
            </a:extLst>
          </p:cNvPr>
          <p:cNvPicPr>
            <a:picLocks xmlns:a="http://schemas.openxmlformats.org/drawingml/2006/main" noChangeAspect="1"/>
          </p:cNvPicPr>
          <p:nvPr/>
        </p:nvPicPr>
        <p:blipFill>
          <a:blip xmlns:r="http://schemas.openxmlformats.org/officeDocument/2006/relationships" xmlns:a="http://schemas.openxmlformats.org/drawingml/2006/main" r:embed="Rb075eba53515459f"/>
          <a:stretch xmlns:a="http://schemas.openxmlformats.org/drawingml/2006/main"/>
        </p:blipFill>
        <p:spPr>
          <a:xfrm xmlns:a="http://schemas.openxmlformats.org/drawingml/2006/main">
            <a:off x="3008543" y="1666875"/>
            <a:ext cx="617491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1F721D-38D6-45E2-A1CA-710CB697E1F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71928396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B59916-838B-4D4D-8186-F3E23D768CB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
            <a:extLst xmlns:a="http://schemas.openxmlformats.org/drawingml/2006/main">
              <a:ext uri="{FF2B5EF4-FFF2-40B4-BE49-F238E27FC236}">
                <a16:creationId xmlns:a16="http://schemas.microsoft.com/office/drawing/2014/main" id="{AE0E17A9-DECB-46A0-A494-8AEDF92701B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
            <a:extLst xmlns:a="http://schemas.openxmlformats.org/drawingml/2006/main">
              <a:ext uri="{FF2B5EF4-FFF2-40B4-BE49-F238E27FC236}">
                <a16:creationId xmlns:a16="http://schemas.microsoft.com/office/drawing/2014/main" id="{2D29805C-602E-44A9-BBB3-BB353CA4155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5CCE5439-BABB-408D-AA5E-E03BF2AE6EB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31</a:t>
            </a:r>
          </a:p>
        </p:txBody>
      </p:sp>
      <p:sp>
        <p:nvSpPr>
          <p:cNvPr id="5" name="">
            <a:extLst xmlns:a="http://schemas.openxmlformats.org/drawingml/2006/main">
              <a:ext uri="{FF2B5EF4-FFF2-40B4-BE49-F238E27FC236}">
                <a16:creationId xmlns:a16="http://schemas.microsoft.com/office/drawing/2014/main" id="{70B06E7B-0FFE-4D6F-94CA-D56D193603BB}"/>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xmlns:a="http://schemas.openxmlformats.org/drawingml/2006/main">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
            <a:extLst xmlns:a="http://schemas.openxmlformats.org/drawingml/2006/main">
              <a:ext uri="{FF2B5EF4-FFF2-40B4-BE49-F238E27FC236}">
                <a16:creationId xmlns:a16="http://schemas.microsoft.com/office/drawing/2014/main" id="{0348E824-49A8-49FF-AC6D-59A23A4288D0}"/>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1752177645"/>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C82DC0-5C70-412E-82A5-EA2A64B094A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
            <a:extLst xmlns:a="http://schemas.openxmlformats.org/drawingml/2006/main">
              <a:ext uri="{FF2B5EF4-FFF2-40B4-BE49-F238E27FC236}">
                <a16:creationId xmlns:a16="http://schemas.microsoft.com/office/drawing/2014/main" id="{9009EDE1-7FA1-4157-9F32-92DBD542D67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EFFC5F35-4948-4F4C-ADA7-01766B92C06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
            <a:extLst xmlns:a="http://schemas.openxmlformats.org/drawingml/2006/main">
              <a:ext uri="{FF2B5EF4-FFF2-40B4-BE49-F238E27FC236}">
                <a16:creationId xmlns:a16="http://schemas.microsoft.com/office/drawing/2014/main" id="{C395B68B-B1CE-48F5-879E-778C0510984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32</a:t>
            </a:r>
          </a:p>
        </p:txBody>
      </p:sp>
      <p:pic>
        <p:nvPicPr>
          <p:cNvPr id="5" name="">
            <a:extLst xmlns:a="http://schemas.openxmlformats.org/drawingml/2006/main">
              <a:ext uri="{FF2B5EF4-FFF2-40B4-BE49-F238E27FC236}">
                <a16:creationId xmlns:a16="http://schemas.microsoft.com/office/drawing/2014/main" id="{46C87B3C-9F46-4801-B2B1-71767326ACE1}"/>
              </a:ext>
            </a:extLst>
          </p:cNvPr>
          <p:cNvPicPr>
            <a:picLocks xmlns:a="http://schemas.openxmlformats.org/drawingml/2006/main" noChangeAspect="1"/>
          </p:cNvPicPr>
          <p:nvPr/>
        </p:nvPicPr>
        <p:blipFill>
          <a:blip xmlns:r="http://schemas.openxmlformats.org/officeDocument/2006/relationships" xmlns:a="http://schemas.openxmlformats.org/drawingml/2006/main" r:embed="R5773216cd9894e92"/>
          <a:stretch xmlns:a="http://schemas.openxmlformats.org/drawingml/2006/main"/>
        </p:blipFill>
        <p:spPr>
          <a:xfrm xmlns:a="http://schemas.openxmlformats.org/drawingml/2006/main">
            <a:off x="428625" y="3272313"/>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BCD616-A5AD-406B-90C3-7F21CC02665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1681474636"/>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B33CBB-0E1B-423F-9FEB-08E3B111309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
            <a:extLst xmlns:a="http://schemas.openxmlformats.org/drawingml/2006/main">
              <a:ext uri="{FF2B5EF4-FFF2-40B4-BE49-F238E27FC236}">
                <a16:creationId xmlns:a16="http://schemas.microsoft.com/office/drawing/2014/main" id="{DF1FE718-E919-4BA7-B9C7-60301CB054F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C1AC5943-77EB-4B68-A03A-EA6C9C40492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60854946-5E64-4C65-8BD3-9B2ADED068E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33</a:t>
            </a:r>
          </a:p>
        </p:txBody>
      </p:sp>
      <p:pic>
        <p:nvPicPr>
          <p:cNvPr id="5" name="">
            <a:extLst xmlns:a="http://schemas.openxmlformats.org/drawingml/2006/main">
              <a:ext uri="{FF2B5EF4-FFF2-40B4-BE49-F238E27FC236}">
                <a16:creationId xmlns:a16="http://schemas.microsoft.com/office/drawing/2014/main" id="{C6FF5E0C-DAD0-43A4-9605-D3EDBBDC0578}"/>
              </a:ext>
            </a:extLst>
          </p:cNvPr>
          <p:cNvPicPr>
            <a:picLocks xmlns:a="http://schemas.openxmlformats.org/drawingml/2006/main" noChangeAspect="1"/>
          </p:cNvPicPr>
          <p:nvPr/>
        </p:nvPicPr>
        <p:blipFill>
          <a:blip xmlns:r="http://schemas.openxmlformats.org/officeDocument/2006/relationships" xmlns:a="http://schemas.openxmlformats.org/drawingml/2006/main" r:embed="R32c90dc84d154d3e"/>
          <a:stretch xmlns:a="http://schemas.openxmlformats.org/drawingml/2006/main"/>
        </p:blipFill>
        <p:spPr>
          <a:xfrm xmlns:a="http://schemas.openxmlformats.org/drawingml/2006/main">
            <a:off x="1852763" y="1666875"/>
            <a:ext cx="84864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FE3D9D-1897-4F4E-A92A-310BF9F860D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866055807"/>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401811-AF3E-48D4-8001-975962673DF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
            <a:extLst xmlns:a="http://schemas.openxmlformats.org/drawingml/2006/main">
              <a:ext uri="{FF2B5EF4-FFF2-40B4-BE49-F238E27FC236}">
                <a16:creationId xmlns:a16="http://schemas.microsoft.com/office/drawing/2014/main" id="{99FAC732-D723-4443-AEE7-565A86645B7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5A0F50AB-4E61-4972-8CFF-C9994851372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
            <a:extLst xmlns:a="http://schemas.openxmlformats.org/drawingml/2006/main">
              <a:ext uri="{FF2B5EF4-FFF2-40B4-BE49-F238E27FC236}">
                <a16:creationId xmlns:a16="http://schemas.microsoft.com/office/drawing/2014/main" id="{B4B3C696-D0E6-421E-BFF4-A4BACBD115B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34</a:t>
            </a:r>
          </a:p>
        </p:txBody>
      </p:sp>
      <p:pic>
        <p:nvPicPr>
          <p:cNvPr id="5" name="">
            <a:extLst xmlns:a="http://schemas.openxmlformats.org/drawingml/2006/main">
              <a:ext uri="{FF2B5EF4-FFF2-40B4-BE49-F238E27FC236}">
                <a16:creationId xmlns:a16="http://schemas.microsoft.com/office/drawing/2014/main" id="{8C80FC1B-0925-4BB6-B82F-F9CFCF63DFEA}"/>
              </a:ext>
            </a:extLst>
          </p:cNvPr>
          <p:cNvPicPr>
            <a:picLocks xmlns:a="http://schemas.openxmlformats.org/drawingml/2006/main" noChangeAspect="1"/>
          </p:cNvPicPr>
          <p:nvPr/>
        </p:nvPicPr>
        <p:blipFill>
          <a:blip xmlns:r="http://schemas.openxmlformats.org/officeDocument/2006/relationships" xmlns:a="http://schemas.openxmlformats.org/drawingml/2006/main" r:embed="Rf03d2e32ec014cb1"/>
          <a:stretch xmlns:a="http://schemas.openxmlformats.org/drawingml/2006/main"/>
        </p:blipFill>
        <p:spPr>
          <a:xfrm xmlns:a="http://schemas.openxmlformats.org/drawingml/2006/main">
            <a:off x="3293445" y="1666875"/>
            <a:ext cx="560511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842525-2D4A-484D-85B8-A9BCD803AEB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176581562"/>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355647-496E-4243-A9E0-0B9F1B7FF61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
            <a:extLst xmlns:a="http://schemas.openxmlformats.org/drawingml/2006/main">
              <a:ext uri="{FF2B5EF4-FFF2-40B4-BE49-F238E27FC236}">
                <a16:creationId xmlns:a16="http://schemas.microsoft.com/office/drawing/2014/main" id="{F7797255-5CFD-4F0F-9154-44536E3159A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1519B5BC-D9C5-4B4F-A9F4-B2B6B2356AF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348D0227-50CF-4EAB-8195-DFBB9DC5CC7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35</a:t>
            </a:r>
          </a:p>
        </p:txBody>
      </p:sp>
      <p:pic>
        <p:nvPicPr>
          <p:cNvPr id="5" name="">
            <a:extLst xmlns:a="http://schemas.openxmlformats.org/drawingml/2006/main">
              <a:ext uri="{FF2B5EF4-FFF2-40B4-BE49-F238E27FC236}">
                <a16:creationId xmlns:a16="http://schemas.microsoft.com/office/drawing/2014/main" id="{B6060DA6-236B-4FFD-A9EC-8B8E7F30D73E}"/>
              </a:ext>
            </a:extLst>
          </p:cNvPr>
          <p:cNvPicPr>
            <a:picLocks xmlns:a="http://schemas.openxmlformats.org/drawingml/2006/main" noChangeAspect="1"/>
          </p:cNvPicPr>
          <p:nvPr/>
        </p:nvPicPr>
        <p:blipFill>
          <a:blip xmlns:r="http://schemas.openxmlformats.org/officeDocument/2006/relationships" xmlns:a="http://schemas.openxmlformats.org/drawingml/2006/main" r:embed="Red0bea776ebe4b16"/>
          <a:stretch xmlns:a="http://schemas.openxmlformats.org/drawingml/2006/main"/>
        </p:blipFill>
        <p:spPr>
          <a:xfrm xmlns:a="http://schemas.openxmlformats.org/drawingml/2006/main">
            <a:off x="4095750" y="1666875"/>
            <a:ext cx="4000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C2A2ED-3397-4AB7-B538-7947A3A2A8D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500032329"/>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FEF5AD-EFAA-4EF6-82FE-84F47C8B3E9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
            <a:extLst xmlns:a="http://schemas.openxmlformats.org/drawingml/2006/main">
              <a:ext uri="{FF2B5EF4-FFF2-40B4-BE49-F238E27FC236}">
                <a16:creationId xmlns:a16="http://schemas.microsoft.com/office/drawing/2014/main" id="{D64C489E-F6A5-473C-846E-F7607625353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EAB2093A-778E-4810-87A9-AC727911F55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729F9742-8F64-45CC-BA43-206210EEBEC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36</a:t>
            </a:r>
          </a:p>
        </p:txBody>
      </p:sp>
      <p:pic>
        <p:nvPicPr>
          <p:cNvPr id="5" name="">
            <a:extLst xmlns:a="http://schemas.openxmlformats.org/drawingml/2006/main">
              <a:ext uri="{FF2B5EF4-FFF2-40B4-BE49-F238E27FC236}">
                <a16:creationId xmlns:a16="http://schemas.microsoft.com/office/drawing/2014/main" id="{FA570095-AEEB-47A8-A986-9481A9226C21}"/>
              </a:ext>
            </a:extLst>
          </p:cNvPr>
          <p:cNvPicPr>
            <a:picLocks xmlns:a="http://schemas.openxmlformats.org/drawingml/2006/main" noChangeAspect="1"/>
          </p:cNvPicPr>
          <p:nvPr/>
        </p:nvPicPr>
        <p:blipFill>
          <a:blip xmlns:r="http://schemas.openxmlformats.org/officeDocument/2006/relationships" xmlns:a="http://schemas.openxmlformats.org/drawingml/2006/main" r:embed="Rb9028100aa56418b"/>
          <a:stretch xmlns:a="http://schemas.openxmlformats.org/drawingml/2006/main"/>
        </p:blipFill>
        <p:spPr>
          <a:xfrm xmlns:a="http://schemas.openxmlformats.org/drawingml/2006/main">
            <a:off x="3211024" y="1666875"/>
            <a:ext cx="5769952"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E1720D-DEC1-494E-BF47-ABC8E14AB68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178559803"/>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5BE5DB-0FDA-4262-8FDD-BF9E45EC835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
            <a:extLst xmlns:a="http://schemas.openxmlformats.org/drawingml/2006/main">
              <a:ext uri="{FF2B5EF4-FFF2-40B4-BE49-F238E27FC236}">
                <a16:creationId xmlns:a16="http://schemas.microsoft.com/office/drawing/2014/main" id="{31D4E445-790C-4661-A414-AF765CCE927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EA777295-6C86-4DE3-AD07-B0EA544CD5B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93906D83-0C57-4F97-B259-45342C35EB0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37</a:t>
            </a:r>
          </a:p>
        </p:txBody>
      </p:sp>
      <p:pic>
        <p:nvPicPr>
          <p:cNvPr id="5" name="">
            <a:extLst xmlns:a="http://schemas.openxmlformats.org/drawingml/2006/main">
              <a:ext uri="{FF2B5EF4-FFF2-40B4-BE49-F238E27FC236}">
                <a16:creationId xmlns:a16="http://schemas.microsoft.com/office/drawing/2014/main" id="{242E5AED-401E-4277-97E6-04437CDB235F}"/>
              </a:ext>
            </a:extLst>
          </p:cNvPr>
          <p:cNvPicPr>
            <a:picLocks xmlns:a="http://schemas.openxmlformats.org/drawingml/2006/main" noChangeAspect="1"/>
          </p:cNvPicPr>
          <p:nvPr/>
        </p:nvPicPr>
        <p:blipFill>
          <a:blip xmlns:r="http://schemas.openxmlformats.org/officeDocument/2006/relationships" xmlns:a="http://schemas.openxmlformats.org/drawingml/2006/main" r:embed="Re29d22921ec34622"/>
          <a:stretch xmlns:a="http://schemas.openxmlformats.org/drawingml/2006/main"/>
        </p:blipFill>
        <p:spPr>
          <a:xfrm xmlns:a="http://schemas.openxmlformats.org/drawingml/2006/main">
            <a:off x="2252202" y="1666875"/>
            <a:ext cx="7687597"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AE4740-1ABC-4250-B690-D37F4C06D2E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2121386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2026-10-23T16:05:49.4340000Z</dcterms:created>
  <dcterms:modified xsi:type="dcterms:W3CDTF">2026-10-23T16:05:49.4340000Z</dcterms:modified>
</coreProperties>
</file>