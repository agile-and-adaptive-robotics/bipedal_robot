
<file path=[Content_Types].xml><?xml version="1.0" encoding="utf-8"?>
<Types xmlns="http://schemas.openxmlformats.org/package/2006/content-types"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4"/>
  </p:notesMasterIdLst>
  <p:sldIdLst>
    <p:sldId id="257" r:id="rId2"/>
    <p:sldId id="283" r:id="rId3"/>
    <p:sldId id="298" r:id="rId4"/>
    <p:sldId id="320" r:id="rId5"/>
    <p:sldId id="287" r:id="rId6"/>
    <p:sldId id="321" r:id="rId7"/>
    <p:sldId id="327" r:id="rId8"/>
    <p:sldId id="322" r:id="rId9"/>
    <p:sldId id="328" r:id="rId10"/>
    <p:sldId id="323" r:id="rId11"/>
    <p:sldId id="329" r:id="rId12"/>
    <p:sldId id="330" r:id="rId13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000" b="1" i="0" u="none" strike="noStrike" cap="none" spc="0" normalizeH="0" baseline="0">
        <a:ln>
          <a:noFill/>
        </a:ln>
        <a:solidFill>
          <a:srgbClr val="FFFFFF"/>
        </a:solidFill>
        <a:effectLst/>
        <a:uFillTx/>
        <a:latin typeface="Helvetica Neue"/>
        <a:ea typeface="Helvetica Neue"/>
        <a:cs typeface="Helvetica Neue"/>
        <a:sym typeface="Helvetica Neue"/>
      </a:defRPr>
    </a:lvl1pPr>
    <a:lvl2pPr marL="0" marR="0" indent="2286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000" b="1" i="0" u="none" strike="noStrike" cap="none" spc="0" normalizeH="0" baseline="0">
        <a:ln>
          <a:noFill/>
        </a:ln>
        <a:solidFill>
          <a:srgbClr val="FFFFFF"/>
        </a:solidFill>
        <a:effectLst/>
        <a:uFillTx/>
        <a:latin typeface="Helvetica Neue"/>
        <a:ea typeface="Helvetica Neue"/>
        <a:cs typeface="Helvetica Neue"/>
        <a:sym typeface="Helvetica Neue"/>
      </a:defRPr>
    </a:lvl2pPr>
    <a:lvl3pPr marL="0" marR="0" indent="4572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000" b="1" i="0" u="none" strike="noStrike" cap="none" spc="0" normalizeH="0" baseline="0">
        <a:ln>
          <a:noFill/>
        </a:ln>
        <a:solidFill>
          <a:srgbClr val="FFFFFF"/>
        </a:solidFill>
        <a:effectLst/>
        <a:uFillTx/>
        <a:latin typeface="Helvetica Neue"/>
        <a:ea typeface="Helvetica Neue"/>
        <a:cs typeface="Helvetica Neue"/>
        <a:sym typeface="Helvetica Neue"/>
      </a:defRPr>
    </a:lvl3pPr>
    <a:lvl4pPr marL="0" marR="0" indent="6858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000" b="1" i="0" u="none" strike="noStrike" cap="none" spc="0" normalizeH="0" baseline="0">
        <a:ln>
          <a:noFill/>
        </a:ln>
        <a:solidFill>
          <a:srgbClr val="FFFFFF"/>
        </a:solidFill>
        <a:effectLst/>
        <a:uFillTx/>
        <a:latin typeface="Helvetica Neue"/>
        <a:ea typeface="Helvetica Neue"/>
        <a:cs typeface="Helvetica Neue"/>
        <a:sym typeface="Helvetica Neue"/>
      </a:defRPr>
    </a:lvl4pPr>
    <a:lvl5pPr marL="0" marR="0" indent="9144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000" b="1" i="0" u="none" strike="noStrike" cap="none" spc="0" normalizeH="0" baseline="0">
        <a:ln>
          <a:noFill/>
        </a:ln>
        <a:solidFill>
          <a:srgbClr val="FFFFFF"/>
        </a:solidFill>
        <a:effectLst/>
        <a:uFillTx/>
        <a:latin typeface="Helvetica Neue"/>
        <a:ea typeface="Helvetica Neue"/>
        <a:cs typeface="Helvetica Neue"/>
        <a:sym typeface="Helvetica Neue"/>
      </a:defRPr>
    </a:lvl5pPr>
    <a:lvl6pPr marL="0" marR="0" indent="11430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000" b="1" i="0" u="none" strike="noStrike" cap="none" spc="0" normalizeH="0" baseline="0">
        <a:ln>
          <a:noFill/>
        </a:ln>
        <a:solidFill>
          <a:srgbClr val="FFFFFF"/>
        </a:solidFill>
        <a:effectLst/>
        <a:uFillTx/>
        <a:latin typeface="Helvetica Neue"/>
        <a:ea typeface="Helvetica Neue"/>
        <a:cs typeface="Helvetica Neue"/>
        <a:sym typeface="Helvetica Neue"/>
      </a:defRPr>
    </a:lvl6pPr>
    <a:lvl7pPr marL="0" marR="0" indent="13716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000" b="1" i="0" u="none" strike="noStrike" cap="none" spc="0" normalizeH="0" baseline="0">
        <a:ln>
          <a:noFill/>
        </a:ln>
        <a:solidFill>
          <a:srgbClr val="FFFFFF"/>
        </a:solidFill>
        <a:effectLst/>
        <a:uFillTx/>
        <a:latin typeface="Helvetica Neue"/>
        <a:ea typeface="Helvetica Neue"/>
        <a:cs typeface="Helvetica Neue"/>
        <a:sym typeface="Helvetica Neue"/>
      </a:defRPr>
    </a:lvl7pPr>
    <a:lvl8pPr marL="0" marR="0" indent="16002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000" b="1" i="0" u="none" strike="noStrike" cap="none" spc="0" normalizeH="0" baseline="0">
        <a:ln>
          <a:noFill/>
        </a:ln>
        <a:solidFill>
          <a:srgbClr val="FFFFFF"/>
        </a:solidFill>
        <a:effectLst/>
        <a:uFillTx/>
        <a:latin typeface="Helvetica Neue"/>
        <a:ea typeface="Helvetica Neue"/>
        <a:cs typeface="Helvetica Neue"/>
        <a:sym typeface="Helvetica Neue"/>
      </a:defRPr>
    </a:lvl8pPr>
    <a:lvl9pPr marL="0" marR="0" indent="18288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000" b="1" i="0" u="none" strike="noStrike" cap="none" spc="0" normalizeH="0" baseline="0">
        <a:ln>
          <a:noFill/>
        </a:ln>
        <a:solidFill>
          <a:srgbClr val="FFFFFF"/>
        </a:solidFill>
        <a:effectLst/>
        <a:uFillTx/>
        <a:latin typeface="Helvetica Neue"/>
        <a:ea typeface="Helvetica Neue"/>
        <a:cs typeface="Helvetica Neue"/>
        <a:sym typeface="Helvetica Neue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AD281"/>
    <a:srgbClr val="FFFFFF"/>
    <a:srgbClr val="E5F2CB"/>
    <a:srgbClr val="92BCBF"/>
    <a:srgbClr val="E6D9B1"/>
    <a:srgbClr val="5234BE"/>
    <a:srgbClr val="6943F4"/>
    <a:srgbClr val="5E3DCB"/>
    <a:srgbClr val="291A54"/>
    <a:srgbClr val="2D4A9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D6D7D6"/>
              </a:solidFill>
              <a:prstDash val="solid"/>
              <a:miter lim="400000"/>
            </a:ln>
          </a:left>
          <a:right>
            <a:ln w="12700" cap="flat">
              <a:solidFill>
                <a:srgbClr val="D6D7D6"/>
              </a:solidFill>
              <a:prstDash val="solid"/>
              <a:miter lim="400000"/>
            </a:ln>
          </a:right>
          <a:top>
            <a:ln w="12700" cap="flat">
              <a:solidFill>
                <a:srgbClr val="D6D7D6"/>
              </a:solidFill>
              <a:prstDash val="solid"/>
              <a:miter lim="400000"/>
            </a:ln>
          </a:top>
          <a:bottom>
            <a:ln w="12700" cap="flat">
              <a:solidFill>
                <a:srgbClr val="D6D7D6"/>
              </a:solidFill>
              <a:prstDash val="solid"/>
              <a:miter lim="400000"/>
            </a:ln>
          </a:bottom>
          <a:insideH>
            <a:ln w="12700" cap="flat">
              <a:solidFill>
                <a:srgbClr val="D6D7D6"/>
              </a:solidFill>
              <a:prstDash val="solid"/>
              <a:miter lim="400000"/>
            </a:ln>
          </a:insideH>
          <a:insideV>
            <a:ln w="12700" cap="flat">
              <a:solidFill>
                <a:srgbClr val="D6D7D6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747676">
              <a:alpha val="63790"/>
            </a:srgbClr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D6D6D6"/>
              </a:solidFill>
              <a:prstDash val="solid"/>
              <a:miter lim="400000"/>
            </a:ln>
          </a:left>
          <a:right>
            <a:ln w="25400" cap="flat">
              <a:solidFill>
                <a:srgbClr val="D6D7D6"/>
              </a:solidFill>
              <a:prstDash val="solid"/>
              <a:miter lim="400000"/>
            </a:ln>
          </a:right>
          <a:top>
            <a:ln w="12700" cap="flat">
              <a:solidFill>
                <a:srgbClr val="D6D7D6"/>
              </a:solidFill>
              <a:prstDash val="solid"/>
              <a:miter lim="400000"/>
            </a:ln>
          </a:top>
          <a:bottom>
            <a:ln w="12700" cap="flat">
              <a:solidFill>
                <a:srgbClr val="D6D7D6"/>
              </a:solidFill>
              <a:prstDash val="solid"/>
              <a:miter lim="400000"/>
            </a:ln>
          </a:bottom>
          <a:insideH>
            <a:ln w="12700" cap="flat">
              <a:solidFill>
                <a:srgbClr val="D6D7D6"/>
              </a:solidFill>
              <a:prstDash val="solid"/>
              <a:miter lim="400000"/>
            </a:ln>
          </a:insideH>
          <a:insideV>
            <a:ln w="12700" cap="flat">
              <a:solidFill>
                <a:srgbClr val="D6D7D6"/>
              </a:solidFill>
              <a:prstDash val="solid"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ff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D6D7D6"/>
              </a:solidFill>
              <a:prstDash val="solid"/>
              <a:miter lim="400000"/>
            </a:ln>
          </a:left>
          <a:right>
            <a:ln w="12700" cap="flat">
              <a:solidFill>
                <a:srgbClr val="D6D7D6"/>
              </a:solidFill>
              <a:prstDash val="solid"/>
              <a:miter lim="400000"/>
            </a:ln>
          </a:right>
          <a:top>
            <a:ln w="25400" cap="flat">
              <a:solidFill>
                <a:srgbClr val="D6D7D6"/>
              </a:solidFill>
              <a:prstDash val="solid"/>
              <a:miter lim="400000"/>
            </a:ln>
          </a:top>
          <a:bottom>
            <a:ln w="12700" cap="flat">
              <a:solidFill>
                <a:srgbClr val="D6D6D6"/>
              </a:solidFill>
              <a:prstDash val="solid"/>
              <a:miter lim="400000"/>
            </a:ln>
          </a:bottom>
          <a:insideH>
            <a:ln w="12700" cap="flat">
              <a:solidFill>
                <a:srgbClr val="D6D7D6"/>
              </a:solidFill>
              <a:prstDash val="solid"/>
              <a:miter lim="400000"/>
            </a:ln>
          </a:insideH>
          <a:insideV>
            <a:ln w="12700" cap="flat">
              <a:solidFill>
                <a:srgbClr val="D6D7D6"/>
              </a:solidFill>
              <a:prstDash val="solid"/>
              <a:miter lim="400000"/>
            </a:ln>
          </a:insideV>
        </a:tcBdr>
        <a:fill>
          <a:solidFill>
            <a:srgbClr val="032650"/>
          </a:solidFill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D6D7D6"/>
              </a:solidFill>
              <a:prstDash val="solid"/>
              <a:miter lim="400000"/>
            </a:ln>
          </a:left>
          <a:right>
            <a:ln w="12700" cap="flat">
              <a:solidFill>
                <a:srgbClr val="D6D7D6"/>
              </a:solidFill>
              <a:prstDash val="solid"/>
              <a:miter lim="400000"/>
            </a:ln>
          </a:right>
          <a:top>
            <a:ln w="12700" cap="flat">
              <a:solidFill>
                <a:srgbClr val="D6D6D6"/>
              </a:solidFill>
              <a:prstDash val="solid"/>
              <a:miter lim="400000"/>
            </a:ln>
          </a:top>
          <a:bottom>
            <a:ln w="25400" cap="flat">
              <a:solidFill>
                <a:srgbClr val="D6D7D6"/>
              </a:solidFill>
              <a:prstDash val="solid"/>
              <a:miter lim="400000"/>
            </a:ln>
          </a:bottom>
          <a:insideH>
            <a:ln w="12700" cap="flat">
              <a:solidFill>
                <a:srgbClr val="D6D7D6"/>
              </a:solidFill>
              <a:prstDash val="solid"/>
              <a:miter lim="400000"/>
            </a:ln>
          </a:insideH>
          <a:insideV>
            <a:ln w="12700" cap="flat">
              <a:solidFill>
                <a:srgbClr val="D6D7D6"/>
              </a:solidFill>
              <a:prstDash val="solid"/>
              <a:miter lim="400000"/>
            </a:ln>
          </a:insideV>
        </a:tcBdr>
        <a:fill>
          <a:solidFill>
            <a:srgbClr val="032650"/>
          </a:solidFill>
        </a:fill>
      </a:tcStyle>
    </a:firstRow>
  </a:tblStyle>
  <a:tblStyle styleId="{C7B018BB-80A7-4F77-B60F-C8B233D01FF8}" styleName="">
    <a:tblBg/>
    <a:wholeTbl>
      <a:tcTxStyle b="off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929292"/>
              </a:solidFill>
              <a:prstDash val="solid"/>
              <a:miter lim="400000"/>
            </a:ln>
          </a:left>
          <a:right>
            <a:ln w="12700" cap="flat">
              <a:solidFill>
                <a:srgbClr val="929292"/>
              </a:solidFill>
              <a:prstDash val="solid"/>
              <a:miter lim="400000"/>
            </a:ln>
          </a:right>
          <a:top>
            <a:ln w="12700" cap="flat">
              <a:solidFill>
                <a:srgbClr val="929292"/>
              </a:solidFill>
              <a:prstDash val="solid"/>
              <a:miter lim="400000"/>
            </a:ln>
          </a:top>
          <a:bottom>
            <a:ln w="12700" cap="flat">
              <a:solidFill>
                <a:srgbClr val="929292"/>
              </a:solidFill>
              <a:prstDash val="solid"/>
              <a:miter lim="400000"/>
            </a:ln>
          </a:bottom>
          <a:insideH>
            <a:ln w="12700" cap="flat">
              <a:solidFill>
                <a:srgbClr val="929292"/>
              </a:solidFill>
              <a:prstDash val="solid"/>
              <a:miter lim="400000"/>
            </a:ln>
          </a:insideH>
          <a:insideV>
            <a:ln w="12700" cap="flat">
              <a:solidFill>
                <a:srgbClr val="929292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747676">
              <a:alpha val="63790"/>
            </a:srgbClr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084E00"/>
          </a:solidFill>
        </a:fill>
      </a:tcStyle>
    </a:firstCol>
    <a:lastRow>
      <a:tcTxStyle b="off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017101"/>
          </a:solidFill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017101"/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AAAAAA"/>
              </a:solidFill>
              <a:prstDash val="solid"/>
              <a:miter lim="400000"/>
            </a:ln>
          </a:left>
          <a:right>
            <a:ln w="12700" cap="flat">
              <a:solidFill>
                <a:srgbClr val="AAAAAA"/>
              </a:solidFill>
              <a:prstDash val="solid"/>
              <a:miter lim="400000"/>
            </a:ln>
          </a:right>
          <a:top>
            <a:ln w="12700" cap="flat">
              <a:solidFill>
                <a:srgbClr val="AAAAAA"/>
              </a:solidFill>
              <a:prstDash val="solid"/>
              <a:miter lim="400000"/>
            </a:ln>
          </a:top>
          <a:bottom>
            <a:ln w="12700" cap="flat">
              <a:solidFill>
                <a:srgbClr val="AAAAAA"/>
              </a:solidFill>
              <a:prstDash val="solid"/>
              <a:miter lim="400000"/>
            </a:ln>
          </a:bottom>
          <a:insideH>
            <a:ln w="12700" cap="flat">
              <a:solidFill>
                <a:srgbClr val="AAAAAA"/>
              </a:solidFill>
              <a:prstDash val="solid"/>
              <a:miter lim="400000"/>
            </a:ln>
          </a:insideH>
          <a:insideV>
            <a:ln w="12700" cap="flat">
              <a:solidFill>
                <a:srgbClr val="AAAAAA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747676">
              <a:alpha val="63790"/>
            </a:srgbClr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5"/>
          </a:solidFill>
        </a:fill>
      </a:tcStyle>
    </a:firstCol>
    <a:lastRow>
      <a:tcTxStyle b="off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5">
              <a:hueOff val="106375"/>
              <a:satOff val="9554"/>
              <a:lumOff val="-13516"/>
            </a:schemeClr>
          </a:solidFill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5">
              <a:hueOff val="106375"/>
              <a:satOff val="9554"/>
              <a:lumOff val="-13516"/>
            </a:schemeClr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D6D7D6"/>
              </a:solidFill>
              <a:prstDash val="solid"/>
              <a:miter lim="400000"/>
            </a:ln>
          </a:left>
          <a:right>
            <a:ln w="12700" cap="flat">
              <a:solidFill>
                <a:srgbClr val="D6D7D6"/>
              </a:solidFill>
              <a:prstDash val="solid"/>
              <a:miter lim="400000"/>
            </a:ln>
          </a:right>
          <a:top>
            <a:ln w="12700" cap="flat">
              <a:solidFill>
                <a:srgbClr val="D6D7D6"/>
              </a:solidFill>
              <a:prstDash val="solid"/>
              <a:miter lim="400000"/>
            </a:ln>
          </a:top>
          <a:bottom>
            <a:ln w="12700" cap="flat">
              <a:solidFill>
                <a:srgbClr val="D6D7D6"/>
              </a:solidFill>
              <a:prstDash val="solid"/>
              <a:miter lim="400000"/>
            </a:ln>
          </a:bottom>
          <a:insideH>
            <a:ln w="12700" cap="flat">
              <a:solidFill>
                <a:srgbClr val="D6D7D6"/>
              </a:solidFill>
              <a:prstDash val="solid"/>
              <a:miter lim="400000"/>
            </a:ln>
          </a:insideH>
          <a:insideV>
            <a:ln w="12700" cap="flat">
              <a:solidFill>
                <a:srgbClr val="D6D7D6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747676">
              <a:alpha val="63790"/>
            </a:srgbClr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6">
              <a:hueOff val="-119728"/>
              <a:satOff val="5580"/>
              <a:lumOff val="-12961"/>
            </a:schemeClr>
          </a:solidFill>
        </a:fill>
      </a:tcStyle>
    </a:firstCol>
    <a:lastRow>
      <a:tcTxStyle b="off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650E48"/>
          </a:solidFill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650E48"/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909090"/>
              </a:solidFill>
              <a:prstDash val="solid"/>
              <a:miter lim="400000"/>
            </a:ln>
          </a:left>
          <a:right>
            <a:ln w="12700" cap="flat">
              <a:solidFill>
                <a:srgbClr val="909090"/>
              </a:solidFill>
              <a:prstDash val="solid"/>
              <a:miter lim="400000"/>
            </a:ln>
          </a:right>
          <a:top>
            <a:ln w="12700" cap="flat">
              <a:solidFill>
                <a:srgbClr val="909090"/>
              </a:solidFill>
              <a:prstDash val="solid"/>
              <a:miter lim="400000"/>
            </a:ln>
          </a:top>
          <a:bottom>
            <a:ln w="12700" cap="flat">
              <a:solidFill>
                <a:srgbClr val="909090"/>
              </a:solidFill>
              <a:prstDash val="solid"/>
              <a:miter lim="400000"/>
            </a:ln>
          </a:bottom>
          <a:insideH>
            <a:ln w="12700" cap="flat">
              <a:solidFill>
                <a:srgbClr val="909090"/>
              </a:solidFill>
              <a:prstDash val="solid"/>
              <a:miter lim="400000"/>
            </a:ln>
          </a:insideH>
          <a:insideV>
            <a:ln w="12700" cap="flat">
              <a:solidFill>
                <a:srgbClr val="90909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747676">
              <a:alpha val="63790"/>
            </a:srgbClr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798089"/>
          </a:solidFill>
        </a:fill>
      </a:tcStyle>
    </a:firstCol>
    <a:lastRow>
      <a:tcTxStyle b="off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96A0AC"/>
          </a:solidFill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96A0AC"/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929292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929292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929292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929292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929292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929292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747676">
              <a:alpha val="63790"/>
            </a:srgbClr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25400" cap="flat">
              <a:solidFill>
                <a:srgbClr val="929292"/>
              </a:solidFill>
              <a:prstDash val="solid"/>
              <a:miter lim="400000"/>
            </a:ln>
          </a:right>
          <a:top>
            <a:ln w="25400" cap="flat">
              <a:solidFill>
                <a:srgbClr val="929292"/>
              </a:solidFill>
              <a:prstDash val="solid"/>
              <a:miter lim="400000"/>
            </a:ln>
          </a:top>
          <a:bottom>
            <a:ln w="25400" cap="flat">
              <a:solidFill>
                <a:srgbClr val="929292"/>
              </a:solidFill>
              <a:prstDash val="solid"/>
              <a:miter lim="400000"/>
            </a:ln>
          </a:bottom>
          <a:insideH>
            <a:ln w="25400" cap="flat">
              <a:solidFill>
                <a:srgbClr val="929292"/>
              </a:solidFill>
              <a:prstDash val="solid"/>
              <a:miter lim="400000"/>
            </a:ln>
          </a:insideH>
          <a:insideV>
            <a:ln w="25400" cap="flat">
              <a:solidFill>
                <a:srgbClr val="929292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25400" cap="flat">
              <a:solidFill>
                <a:srgbClr val="929292"/>
              </a:solidFill>
              <a:prstDash val="solid"/>
              <a:miter lim="400000"/>
            </a:ln>
          </a:left>
          <a:right>
            <a:ln w="25400" cap="flat">
              <a:solidFill>
                <a:srgbClr val="929292"/>
              </a:solidFill>
              <a:prstDash val="solid"/>
              <a:miter lim="400000"/>
            </a:ln>
          </a:right>
          <a:top>
            <a:ln w="25400" cap="flat">
              <a:solidFill>
                <a:srgbClr val="929292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25400" cap="flat">
              <a:solidFill>
                <a:srgbClr val="929292"/>
              </a:solidFill>
              <a:prstDash val="solid"/>
              <a:miter lim="400000"/>
            </a:ln>
          </a:insideH>
          <a:insideV>
            <a:ln w="25400" cap="flat">
              <a:solidFill>
                <a:srgbClr val="929292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25400" cap="flat">
              <a:solidFill>
                <a:srgbClr val="929292"/>
              </a:solidFill>
              <a:prstDash val="solid"/>
              <a:miter lim="400000"/>
            </a:ln>
          </a:left>
          <a:right>
            <a:ln w="25400" cap="flat">
              <a:solidFill>
                <a:srgbClr val="929292"/>
              </a:solidFill>
              <a:prstDash val="solid"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25400" cap="flat">
              <a:solidFill>
                <a:srgbClr val="929292"/>
              </a:solidFill>
              <a:prstDash val="solid"/>
              <a:miter lim="400000"/>
            </a:ln>
          </a:bottom>
          <a:insideH>
            <a:ln w="25400" cap="flat">
              <a:solidFill>
                <a:srgbClr val="929292"/>
              </a:solidFill>
              <a:prstDash val="solid"/>
              <a:miter lim="400000"/>
            </a:ln>
          </a:insideH>
          <a:insideV>
            <a:ln w="25400" cap="flat">
              <a:solidFill>
                <a:srgbClr val="929292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8173"/>
    <p:restoredTop sz="95728"/>
  </p:normalViewPr>
  <p:slideViewPr>
    <p:cSldViewPr snapToGrid="0" snapToObjects="1">
      <p:cViewPr varScale="1">
        <p:scale>
          <a:sx n="52" d="100"/>
          <a:sy n="52" d="100"/>
        </p:scale>
        <p:origin x="156" y="41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Shape 116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17" name="Shape 117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1pPr>
    <a:lvl2pPr indent="228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2pPr>
    <a:lvl3pPr indent="457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3pPr>
    <a:lvl4pPr indent="685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4pPr>
    <a:lvl5pPr indent="9144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5pPr>
    <a:lvl6pPr indent="11430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6pPr>
    <a:lvl7pPr indent="1371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7pPr>
    <a:lvl8pPr indent="1600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8pPr>
    <a:lvl9pPr indent="1828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69872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C6093E-48B4-310B-9E91-D6E3B53A9C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4CA7A93-F249-D50F-B5F6-A6D3102E0CC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ACCC513-E63A-0F4E-9AB2-31EC2D23ABC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279972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1929CC-39C7-240E-662B-5E975F8657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F1F86F7-ECC8-3208-35ED-0B82D00AF71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8A0344A-3A02-37E6-4803-6D75F63C3C8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526969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24E069-12AC-2522-F15A-623233100C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993384B-CE8B-A5DA-49F9-273F5FB82D3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5D56EC8-DE39-C26E-B4E2-A98FA945A69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566565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8723A2-15E6-FE64-1498-AC8E394939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025E828-0DD5-F72A-AEB4-8CC0F19D05E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47225F1-9374-CEE9-A198-B20C80729CC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863326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4E5C5E-0106-3737-FC0E-D48A67A76D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03673A2-93BB-796E-395C-C84B3E90916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1943034-6E05-1EF2-6073-268435002F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762230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F61936-8DCA-55F9-3B19-675FA739BF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C208279-3AF6-839D-6690-A8BCF2D5729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BF55427-ECEE-874C-CF38-857F5657414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785401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0D90E0-E71D-A43F-B962-5F08A3DD75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AAC7B3D-2B61-B386-61B1-261A62A4E6F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AA3A5FC-8937-7424-2788-245D6FC5E01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871515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49A28A-A324-0CB2-78B3-0C72752873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A68A0E8-243B-ACAB-D530-81EE3E2A2FD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C343A12-F935-7A43-AE65-E9F8AB9EA3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907387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6455B9-B177-D416-85FB-221C4A2068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933C867-687A-F7DC-BA41-1C352107EF0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0E806E2-4919-656C-8FB6-4C9FCCB8C16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576032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33E7F3-0258-E9AA-6645-51148D761F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55C749F-C0D6-FB4D-C205-6B31BF39D10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D69F45E-E56C-C9F3-4903-B825DD9C32E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384764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C37B88-021E-0C63-0E7C-387FC31E60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1B63AAF-2DF7-2615-B0B2-6BFC02F8B7F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AD3383A-AC68-CE77-76C6-A6B23A538EF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5938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&amp;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Text"/>
          <p:cNvSpPr txBox="1">
            <a:spLocks noGrp="1"/>
          </p:cNvSpPr>
          <p:nvPr>
            <p:ph type="title"/>
          </p:nvPr>
        </p:nvSpPr>
        <p:spPr>
          <a:xfrm>
            <a:off x="1778000" y="2298700"/>
            <a:ext cx="20828000" cy="4648200"/>
          </a:xfrm>
          <a:prstGeom prst="rect">
            <a:avLst/>
          </a:prstGeom>
        </p:spPr>
        <p:txBody>
          <a:bodyPr anchor="b"/>
          <a:lstStyle/>
          <a:p>
            <a:r>
              <a:t>Title Text</a:t>
            </a:r>
          </a:p>
        </p:txBody>
      </p:sp>
      <p:sp>
        <p:nvSpPr>
          <p:cNvPr id="12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1778000" y="7073900"/>
            <a:ext cx="20828000" cy="1587500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ClrTx/>
              <a:buSzTx/>
              <a:buNone/>
              <a:defRPr sz="5400"/>
            </a:lvl1pPr>
            <a:lvl2pPr marL="0" indent="0" algn="ctr">
              <a:spcBef>
                <a:spcPts val="0"/>
              </a:spcBef>
              <a:buClrTx/>
              <a:buSzTx/>
              <a:buNone/>
              <a:defRPr sz="5400"/>
            </a:lvl2pPr>
            <a:lvl3pPr marL="0" indent="0" algn="ctr">
              <a:spcBef>
                <a:spcPts val="0"/>
              </a:spcBef>
              <a:buClrTx/>
              <a:buSzTx/>
              <a:buNone/>
              <a:defRPr sz="5400"/>
            </a:lvl3pPr>
            <a:lvl4pPr marL="0" indent="0" algn="ctr">
              <a:spcBef>
                <a:spcPts val="0"/>
              </a:spcBef>
              <a:buClrTx/>
              <a:buSzTx/>
              <a:buNone/>
              <a:defRPr sz="5400"/>
            </a:lvl4pPr>
            <a:lvl5pPr marL="0" indent="0" algn="ctr">
              <a:spcBef>
                <a:spcPts val="0"/>
              </a:spcBef>
              <a:buClrTx/>
              <a:buSzTx/>
              <a:buNone/>
              <a:defRPr sz="54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hoto -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Image"/>
          <p:cNvSpPr>
            <a:spLocks noGrp="1"/>
          </p:cNvSpPr>
          <p:nvPr>
            <p:ph type="pic" sz="half" idx="13"/>
          </p:nvPr>
        </p:nvSpPr>
        <p:spPr>
          <a:xfrm>
            <a:off x="13169900" y="952500"/>
            <a:ext cx="9525000" cy="114681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39" name="Title Text"/>
          <p:cNvSpPr txBox="1">
            <a:spLocks noGrp="1"/>
          </p:cNvSpPr>
          <p:nvPr>
            <p:ph type="title"/>
          </p:nvPr>
        </p:nvSpPr>
        <p:spPr>
          <a:xfrm>
            <a:off x="1651000" y="952500"/>
            <a:ext cx="10223500" cy="5549900"/>
          </a:xfrm>
          <a:prstGeom prst="rect">
            <a:avLst/>
          </a:prstGeom>
        </p:spPr>
        <p:txBody>
          <a:bodyPr anchor="b"/>
          <a:lstStyle>
            <a:lvl1pPr>
              <a:defRPr sz="8400"/>
            </a:lvl1pPr>
          </a:lstStyle>
          <a:p>
            <a:r>
              <a:t>Title Text</a:t>
            </a:r>
          </a:p>
        </p:txBody>
      </p:sp>
      <p:sp>
        <p:nvSpPr>
          <p:cNvPr id="40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1651000" y="6527800"/>
            <a:ext cx="10223500" cy="5727700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ClrTx/>
              <a:buSzTx/>
              <a:buNone/>
              <a:defRPr sz="5400"/>
            </a:lvl1pPr>
            <a:lvl2pPr marL="0" indent="0" algn="ctr">
              <a:spcBef>
                <a:spcPts val="0"/>
              </a:spcBef>
              <a:buClrTx/>
              <a:buSzTx/>
              <a:buNone/>
              <a:defRPr sz="5400"/>
            </a:lvl2pPr>
            <a:lvl3pPr marL="0" indent="0" algn="ctr">
              <a:spcBef>
                <a:spcPts val="0"/>
              </a:spcBef>
              <a:buClrTx/>
              <a:buSzTx/>
              <a:buNone/>
              <a:defRPr sz="5400"/>
            </a:lvl3pPr>
            <a:lvl4pPr marL="0" indent="0" algn="ctr">
              <a:spcBef>
                <a:spcPts val="0"/>
              </a:spcBef>
              <a:buClrTx/>
              <a:buSzTx/>
              <a:buNone/>
              <a:defRPr sz="5400"/>
            </a:lvl4pPr>
            <a:lvl5pPr marL="0" indent="0" algn="ctr">
              <a:spcBef>
                <a:spcPts val="0"/>
              </a:spcBef>
              <a:buClrTx/>
              <a:buSzTx/>
              <a:buNone/>
              <a:defRPr sz="54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- T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49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57" name="Body Level One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>
            <a:lvl1pPr>
              <a:buClrTx/>
            </a:lvl1pPr>
            <a:lvl2pPr>
              <a:buClrTx/>
            </a:lvl2pPr>
            <a:lvl3pPr>
              <a:buClrTx/>
            </a:lvl3pPr>
            <a:lvl4pPr>
              <a:buClrTx/>
            </a:lvl4pPr>
            <a:lvl5pPr>
              <a:buClrTx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5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Body Level One…"/>
          <p:cNvSpPr txBox="1">
            <a:spLocks noGrp="1"/>
          </p:cNvSpPr>
          <p:nvPr>
            <p:ph type="body" idx="1"/>
          </p:nvPr>
        </p:nvSpPr>
        <p:spPr>
          <a:xfrm>
            <a:off x="1689100" y="1778000"/>
            <a:ext cx="21005800" cy="10160000"/>
          </a:xfrm>
          <a:prstGeom prst="rect">
            <a:avLst/>
          </a:prstGeom>
        </p:spPr>
        <p:txBody>
          <a:bodyPr/>
          <a:lstStyle>
            <a:lvl1pPr>
              <a:buClrTx/>
            </a:lvl1pPr>
            <a:lvl2pPr>
              <a:buClrTx/>
            </a:lvl2pPr>
            <a:lvl3pPr>
              <a:buClrTx/>
            </a:lvl3pPr>
            <a:lvl4pPr>
              <a:buClrTx/>
            </a:lvl4pPr>
            <a:lvl5pPr>
              <a:buClrTx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6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hoto - 3 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Image"/>
          <p:cNvSpPr>
            <a:spLocks noGrp="1"/>
          </p:cNvSpPr>
          <p:nvPr>
            <p:ph type="pic" sz="quarter" idx="13"/>
          </p:nvPr>
        </p:nvSpPr>
        <p:spPr>
          <a:xfrm>
            <a:off x="15760700" y="6870700"/>
            <a:ext cx="7404100" cy="55499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84" name="Image"/>
          <p:cNvSpPr>
            <a:spLocks noGrp="1"/>
          </p:cNvSpPr>
          <p:nvPr>
            <p:ph type="pic" sz="quarter" idx="14"/>
          </p:nvPr>
        </p:nvSpPr>
        <p:spPr>
          <a:xfrm>
            <a:off x="15760700" y="952500"/>
            <a:ext cx="7404100" cy="55499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85" name="Image"/>
          <p:cNvSpPr>
            <a:spLocks noGrp="1"/>
          </p:cNvSpPr>
          <p:nvPr>
            <p:ph type="pic" idx="15"/>
          </p:nvPr>
        </p:nvSpPr>
        <p:spPr>
          <a:xfrm>
            <a:off x="1206500" y="952500"/>
            <a:ext cx="14173200" cy="114681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86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–Johnny Appleseed"/>
          <p:cNvSpPr txBox="1">
            <a:spLocks noGrp="1"/>
          </p:cNvSpPr>
          <p:nvPr>
            <p:ph type="body" sz="quarter" idx="13"/>
          </p:nvPr>
        </p:nvSpPr>
        <p:spPr>
          <a:xfrm>
            <a:off x="2387600" y="8953500"/>
            <a:ext cx="19621500" cy="585521"/>
          </a:xfrm>
          <a:prstGeom prst="rect">
            <a:avLst/>
          </a:prstGeo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buClrTx/>
              <a:buSzTx/>
              <a:buNone/>
              <a:defRPr sz="3200" i="1"/>
            </a:lvl1pPr>
          </a:lstStyle>
          <a:p>
            <a:r>
              <a:t>–Johnny Appleseed</a:t>
            </a:r>
          </a:p>
        </p:txBody>
      </p:sp>
      <p:sp>
        <p:nvSpPr>
          <p:cNvPr id="94" name="“Type a quote here.”"/>
          <p:cNvSpPr txBox="1">
            <a:spLocks noGrp="1"/>
          </p:cNvSpPr>
          <p:nvPr>
            <p:ph type="body" sz="quarter" idx="14"/>
          </p:nvPr>
        </p:nvSpPr>
        <p:spPr>
          <a:xfrm>
            <a:off x="2387600" y="6076950"/>
            <a:ext cx="19621500" cy="825500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ClrTx/>
              <a:buSzTx/>
              <a:buNone/>
              <a:defRPr>
                <a:latin typeface="+mn-lt"/>
                <a:ea typeface="+mn-ea"/>
                <a:cs typeface="+mn-cs"/>
                <a:sym typeface="Helvetica Neue Medium"/>
              </a:defRPr>
            </a:lvl1pPr>
          </a:lstStyle>
          <a:p>
            <a:r>
              <a:t>“Type a quote here.” </a:t>
            </a:r>
          </a:p>
        </p:txBody>
      </p:sp>
      <p:sp>
        <p:nvSpPr>
          <p:cNvPr id="9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Image"/>
          <p:cNvSpPr>
            <a:spLocks noGrp="1"/>
          </p:cNvSpPr>
          <p:nvPr>
            <p:ph type="pic" idx="13"/>
          </p:nvPr>
        </p:nvSpPr>
        <p:spPr>
          <a:xfrm>
            <a:off x="0" y="0"/>
            <a:ext cx="24384000" cy="137160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10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>
            <a:spLocks noGrp="1"/>
          </p:cNvSpPr>
          <p:nvPr>
            <p:ph type="title"/>
          </p:nvPr>
        </p:nvSpPr>
        <p:spPr>
          <a:xfrm>
            <a:off x="1689100" y="355600"/>
            <a:ext cx="21005800" cy="2286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>
            <a:normAutofit/>
          </a:bodyPr>
          <a:lstStyle/>
          <a:p>
            <a:r>
              <a:t>Title Text</a:t>
            </a:r>
          </a:p>
        </p:txBody>
      </p:sp>
      <p:sp>
        <p:nvSpPr>
          <p:cNvPr id="3" name="Body Level One…"/>
          <p:cNvSpPr txBox="1">
            <a:spLocks noGrp="1"/>
          </p:cNvSpPr>
          <p:nvPr>
            <p:ph type="body" idx="1"/>
          </p:nvPr>
        </p:nvSpPr>
        <p:spPr>
          <a:xfrm>
            <a:off x="1689100" y="3149600"/>
            <a:ext cx="21005800" cy="92964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959031" y="13081000"/>
            <a:ext cx="453238" cy="461059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>
              <a:defRPr sz="24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2" r:id="rId2"/>
    <p:sldLayoutId id="2147483653" r:id="rId3"/>
    <p:sldLayoutId id="2147483654" r:id="rId4"/>
    <p:sldLayoutId id="2147483656" r:id="rId5"/>
    <p:sldLayoutId id="2147483657" r:id="rId6"/>
    <p:sldLayoutId id="2147483658" r:id="rId7"/>
    <p:sldLayoutId id="2147483659" r:id="rId8"/>
    <p:sldLayoutId id="2147483660" r:id="rId9"/>
  </p:sldLayoutIdLst>
  <p:transition spd="med"/>
  <p:hf hdr="0" dt="0"/>
  <p:txStyles>
    <p:titleStyle>
      <a:lvl1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ln>
            <a:noFill/>
          </a:ln>
          <a:solidFill>
            <a:srgbClr val="FFFFFF"/>
          </a:solidFill>
          <a:uFillTx/>
          <a:latin typeface="+mn-lt"/>
          <a:ea typeface="+mn-ea"/>
          <a:cs typeface="+mn-cs"/>
          <a:sym typeface="Helvetica Neue Medium"/>
        </a:defRPr>
      </a:lvl1pPr>
      <a:lvl2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ln>
            <a:noFill/>
          </a:ln>
          <a:solidFill>
            <a:srgbClr val="FFFFFF"/>
          </a:solidFill>
          <a:uFillTx/>
          <a:latin typeface="+mn-lt"/>
          <a:ea typeface="+mn-ea"/>
          <a:cs typeface="+mn-cs"/>
          <a:sym typeface="Helvetica Neue Medium"/>
        </a:defRPr>
      </a:lvl2pPr>
      <a:lvl3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ln>
            <a:noFill/>
          </a:ln>
          <a:solidFill>
            <a:srgbClr val="FFFFFF"/>
          </a:solidFill>
          <a:uFillTx/>
          <a:latin typeface="+mn-lt"/>
          <a:ea typeface="+mn-ea"/>
          <a:cs typeface="+mn-cs"/>
          <a:sym typeface="Helvetica Neue Medium"/>
        </a:defRPr>
      </a:lvl3pPr>
      <a:lvl4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ln>
            <a:noFill/>
          </a:ln>
          <a:solidFill>
            <a:srgbClr val="FFFFFF"/>
          </a:solidFill>
          <a:uFillTx/>
          <a:latin typeface="+mn-lt"/>
          <a:ea typeface="+mn-ea"/>
          <a:cs typeface="+mn-cs"/>
          <a:sym typeface="Helvetica Neue Medium"/>
        </a:defRPr>
      </a:lvl4pPr>
      <a:lvl5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ln>
            <a:noFill/>
          </a:ln>
          <a:solidFill>
            <a:srgbClr val="FFFFFF"/>
          </a:solidFill>
          <a:uFillTx/>
          <a:latin typeface="+mn-lt"/>
          <a:ea typeface="+mn-ea"/>
          <a:cs typeface="+mn-cs"/>
          <a:sym typeface="Helvetica Neue Medium"/>
        </a:defRPr>
      </a:lvl5pPr>
      <a:lvl6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ln>
            <a:noFill/>
          </a:ln>
          <a:solidFill>
            <a:srgbClr val="FFFFFF"/>
          </a:solidFill>
          <a:uFillTx/>
          <a:latin typeface="+mn-lt"/>
          <a:ea typeface="+mn-ea"/>
          <a:cs typeface="+mn-cs"/>
          <a:sym typeface="Helvetica Neue Medium"/>
        </a:defRPr>
      </a:lvl6pPr>
      <a:lvl7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ln>
            <a:noFill/>
          </a:ln>
          <a:solidFill>
            <a:srgbClr val="FFFFFF"/>
          </a:solidFill>
          <a:uFillTx/>
          <a:latin typeface="+mn-lt"/>
          <a:ea typeface="+mn-ea"/>
          <a:cs typeface="+mn-cs"/>
          <a:sym typeface="Helvetica Neue Medium"/>
        </a:defRPr>
      </a:lvl7pPr>
      <a:lvl8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ln>
            <a:noFill/>
          </a:ln>
          <a:solidFill>
            <a:srgbClr val="FFFFFF"/>
          </a:solidFill>
          <a:uFillTx/>
          <a:latin typeface="+mn-lt"/>
          <a:ea typeface="+mn-ea"/>
          <a:cs typeface="+mn-cs"/>
          <a:sym typeface="Helvetica Neue Medium"/>
        </a:defRPr>
      </a:lvl8pPr>
      <a:lvl9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ln>
            <a:noFill/>
          </a:ln>
          <a:solidFill>
            <a:srgbClr val="FFFFFF"/>
          </a:solidFill>
          <a:uFillTx/>
          <a:latin typeface="+mn-lt"/>
          <a:ea typeface="+mn-ea"/>
          <a:cs typeface="+mn-cs"/>
          <a:sym typeface="Helvetica Neue Medium"/>
        </a:defRPr>
      </a:lvl9pPr>
    </p:titleStyle>
    <p:bodyStyle>
      <a:lvl1pPr marL="635000" marR="0" indent="-635000" algn="l" defTabSz="825500" rtl="0" latinLnBrk="0">
        <a:lnSpc>
          <a:spcPct val="100000"/>
        </a:lnSpc>
        <a:spcBef>
          <a:spcPts val="5900"/>
        </a:spcBef>
        <a:spcAft>
          <a:spcPts val="0"/>
        </a:spcAft>
        <a:buClr>
          <a:srgbClr val="FFFFFF"/>
        </a:buClr>
        <a:buSzPct val="125000"/>
        <a:buFontTx/>
        <a:buChar char="•"/>
        <a:tabLst/>
        <a:defRPr sz="4800" b="0" i="0" u="none" strike="noStrike" cap="none" spc="0" baseline="0">
          <a:ln>
            <a:noFill/>
          </a:ln>
          <a:solidFill>
            <a:srgbClr val="FFFFFF"/>
          </a:solidFill>
          <a:uFillTx/>
          <a:latin typeface="Helvetica Neue"/>
          <a:ea typeface="Helvetica Neue"/>
          <a:cs typeface="Helvetica Neue"/>
          <a:sym typeface="Helvetica Neue"/>
        </a:defRPr>
      </a:lvl1pPr>
      <a:lvl2pPr marL="1270000" marR="0" indent="-635000" algn="l" defTabSz="825500" rtl="0" latinLnBrk="0">
        <a:lnSpc>
          <a:spcPct val="100000"/>
        </a:lnSpc>
        <a:spcBef>
          <a:spcPts val="5900"/>
        </a:spcBef>
        <a:spcAft>
          <a:spcPts val="0"/>
        </a:spcAft>
        <a:buClr>
          <a:srgbClr val="FFFFFF"/>
        </a:buClr>
        <a:buSzPct val="125000"/>
        <a:buFontTx/>
        <a:buChar char="•"/>
        <a:tabLst/>
        <a:defRPr sz="4800" b="0" i="0" u="none" strike="noStrike" cap="none" spc="0" baseline="0">
          <a:ln>
            <a:noFill/>
          </a:ln>
          <a:solidFill>
            <a:srgbClr val="FFFFFF"/>
          </a:solidFill>
          <a:uFillTx/>
          <a:latin typeface="Helvetica Neue"/>
          <a:ea typeface="Helvetica Neue"/>
          <a:cs typeface="Helvetica Neue"/>
          <a:sym typeface="Helvetica Neue"/>
        </a:defRPr>
      </a:lvl2pPr>
      <a:lvl3pPr marL="1905000" marR="0" indent="-635000" algn="l" defTabSz="825500" rtl="0" latinLnBrk="0">
        <a:lnSpc>
          <a:spcPct val="100000"/>
        </a:lnSpc>
        <a:spcBef>
          <a:spcPts val="5900"/>
        </a:spcBef>
        <a:spcAft>
          <a:spcPts val="0"/>
        </a:spcAft>
        <a:buClr>
          <a:srgbClr val="FFFFFF"/>
        </a:buClr>
        <a:buSzPct val="125000"/>
        <a:buFontTx/>
        <a:buChar char="•"/>
        <a:tabLst/>
        <a:defRPr sz="4800" b="0" i="0" u="none" strike="noStrike" cap="none" spc="0" baseline="0">
          <a:ln>
            <a:noFill/>
          </a:ln>
          <a:solidFill>
            <a:srgbClr val="FFFFFF"/>
          </a:solidFill>
          <a:uFillTx/>
          <a:latin typeface="Helvetica Neue"/>
          <a:ea typeface="Helvetica Neue"/>
          <a:cs typeface="Helvetica Neue"/>
          <a:sym typeface="Helvetica Neue"/>
        </a:defRPr>
      </a:lvl3pPr>
      <a:lvl4pPr marL="2540000" marR="0" indent="-635000" algn="l" defTabSz="825500" rtl="0" latinLnBrk="0">
        <a:lnSpc>
          <a:spcPct val="100000"/>
        </a:lnSpc>
        <a:spcBef>
          <a:spcPts val="5900"/>
        </a:spcBef>
        <a:spcAft>
          <a:spcPts val="0"/>
        </a:spcAft>
        <a:buClr>
          <a:srgbClr val="FFFFFF"/>
        </a:buClr>
        <a:buSzPct val="125000"/>
        <a:buFontTx/>
        <a:buChar char="•"/>
        <a:tabLst/>
        <a:defRPr sz="4800" b="0" i="0" u="none" strike="noStrike" cap="none" spc="0" baseline="0">
          <a:ln>
            <a:noFill/>
          </a:ln>
          <a:solidFill>
            <a:srgbClr val="FFFFFF"/>
          </a:solidFill>
          <a:uFillTx/>
          <a:latin typeface="Helvetica Neue"/>
          <a:ea typeface="Helvetica Neue"/>
          <a:cs typeface="Helvetica Neue"/>
          <a:sym typeface="Helvetica Neue"/>
        </a:defRPr>
      </a:lvl4pPr>
      <a:lvl5pPr marL="3175000" marR="0" indent="-635000" algn="l" defTabSz="825500" rtl="0" latinLnBrk="0">
        <a:lnSpc>
          <a:spcPct val="100000"/>
        </a:lnSpc>
        <a:spcBef>
          <a:spcPts val="5900"/>
        </a:spcBef>
        <a:spcAft>
          <a:spcPts val="0"/>
        </a:spcAft>
        <a:buClr>
          <a:srgbClr val="FFFFFF"/>
        </a:buClr>
        <a:buSzPct val="125000"/>
        <a:buFontTx/>
        <a:buChar char="•"/>
        <a:tabLst/>
        <a:defRPr sz="4800" b="0" i="0" u="none" strike="noStrike" cap="none" spc="0" baseline="0">
          <a:ln>
            <a:noFill/>
          </a:ln>
          <a:solidFill>
            <a:srgbClr val="FFFFFF"/>
          </a:solidFill>
          <a:uFillTx/>
          <a:latin typeface="Helvetica Neue"/>
          <a:ea typeface="Helvetica Neue"/>
          <a:cs typeface="Helvetica Neue"/>
          <a:sym typeface="Helvetica Neue"/>
        </a:defRPr>
      </a:lvl5pPr>
      <a:lvl6pPr marL="3810000" marR="0" indent="-635000" algn="l" defTabSz="825500" rtl="0" latinLnBrk="0">
        <a:lnSpc>
          <a:spcPct val="100000"/>
        </a:lnSpc>
        <a:spcBef>
          <a:spcPts val="5900"/>
        </a:spcBef>
        <a:spcAft>
          <a:spcPts val="0"/>
        </a:spcAft>
        <a:buClr>
          <a:srgbClr val="FFFFFF"/>
        </a:buClr>
        <a:buSzPct val="125000"/>
        <a:buFontTx/>
        <a:buChar char="•"/>
        <a:tabLst/>
        <a:defRPr sz="4800" b="0" i="0" u="none" strike="noStrike" cap="none" spc="0" baseline="0">
          <a:ln>
            <a:noFill/>
          </a:ln>
          <a:solidFill>
            <a:srgbClr val="FFFFFF"/>
          </a:solidFill>
          <a:uFillTx/>
          <a:latin typeface="Helvetica Neue"/>
          <a:ea typeface="Helvetica Neue"/>
          <a:cs typeface="Helvetica Neue"/>
          <a:sym typeface="Helvetica Neue"/>
        </a:defRPr>
      </a:lvl6pPr>
      <a:lvl7pPr marL="4445000" marR="0" indent="-635000" algn="l" defTabSz="825500" rtl="0" latinLnBrk="0">
        <a:lnSpc>
          <a:spcPct val="100000"/>
        </a:lnSpc>
        <a:spcBef>
          <a:spcPts val="5900"/>
        </a:spcBef>
        <a:spcAft>
          <a:spcPts val="0"/>
        </a:spcAft>
        <a:buClr>
          <a:srgbClr val="FFFFFF"/>
        </a:buClr>
        <a:buSzPct val="125000"/>
        <a:buFontTx/>
        <a:buChar char="•"/>
        <a:tabLst/>
        <a:defRPr sz="4800" b="0" i="0" u="none" strike="noStrike" cap="none" spc="0" baseline="0">
          <a:ln>
            <a:noFill/>
          </a:ln>
          <a:solidFill>
            <a:srgbClr val="FFFFFF"/>
          </a:solidFill>
          <a:uFillTx/>
          <a:latin typeface="Helvetica Neue"/>
          <a:ea typeface="Helvetica Neue"/>
          <a:cs typeface="Helvetica Neue"/>
          <a:sym typeface="Helvetica Neue"/>
        </a:defRPr>
      </a:lvl7pPr>
      <a:lvl8pPr marL="5080000" marR="0" indent="-635000" algn="l" defTabSz="825500" rtl="0" latinLnBrk="0">
        <a:lnSpc>
          <a:spcPct val="100000"/>
        </a:lnSpc>
        <a:spcBef>
          <a:spcPts val="5900"/>
        </a:spcBef>
        <a:spcAft>
          <a:spcPts val="0"/>
        </a:spcAft>
        <a:buClr>
          <a:srgbClr val="FFFFFF"/>
        </a:buClr>
        <a:buSzPct val="125000"/>
        <a:buFontTx/>
        <a:buChar char="•"/>
        <a:tabLst/>
        <a:defRPr sz="4800" b="0" i="0" u="none" strike="noStrike" cap="none" spc="0" baseline="0">
          <a:ln>
            <a:noFill/>
          </a:ln>
          <a:solidFill>
            <a:srgbClr val="FFFFFF"/>
          </a:solidFill>
          <a:uFillTx/>
          <a:latin typeface="Helvetica Neue"/>
          <a:ea typeface="Helvetica Neue"/>
          <a:cs typeface="Helvetica Neue"/>
          <a:sym typeface="Helvetica Neue"/>
        </a:defRPr>
      </a:lvl8pPr>
      <a:lvl9pPr marL="5715000" marR="0" indent="-635000" algn="l" defTabSz="825500" rtl="0" latinLnBrk="0">
        <a:lnSpc>
          <a:spcPct val="100000"/>
        </a:lnSpc>
        <a:spcBef>
          <a:spcPts val="5900"/>
        </a:spcBef>
        <a:spcAft>
          <a:spcPts val="0"/>
        </a:spcAft>
        <a:buClr>
          <a:srgbClr val="FFFFFF"/>
        </a:buClr>
        <a:buSzPct val="125000"/>
        <a:buFontTx/>
        <a:buChar char="•"/>
        <a:tabLst/>
        <a:defRPr sz="4800" b="0" i="0" u="none" strike="noStrike" cap="none" spc="0" baseline="0">
          <a:ln>
            <a:noFill/>
          </a:ln>
          <a:solidFill>
            <a:srgbClr val="FFFFFF"/>
          </a:solidFill>
          <a:uFillTx/>
          <a:latin typeface="Helvetica Neue"/>
          <a:ea typeface="Helvetica Neue"/>
          <a:cs typeface="Helvetica Neue"/>
          <a:sym typeface="Helvetica Neue"/>
        </a:defRPr>
      </a:lvl9pPr>
    </p:bodyStyle>
    <p:otherStyle>
      <a:lvl1pPr marL="0" marR="0" indent="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1pPr>
      <a:lvl2pPr marL="0" marR="0" indent="22860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2pPr>
      <a:lvl3pPr marL="0" marR="0" indent="45720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3pPr>
      <a:lvl4pPr marL="0" marR="0" indent="68580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4pPr>
      <a:lvl5pPr marL="0" marR="0" indent="91440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5pPr>
      <a:lvl6pPr marL="0" marR="0" indent="114300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6pPr>
      <a:lvl7pPr marL="0" marR="0" indent="137160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7pPr>
      <a:lvl8pPr marL="0" marR="0" indent="160020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8pPr>
      <a:lvl9pPr marL="0" marR="0" indent="182880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314E4F29-2A7A-9C48-BC5F-62A4155B2C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12093187"/>
            <a:ext cx="24384000" cy="1640285"/>
          </a:xfrm>
          <a:prstGeom prst="rect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Neue Medium"/>
            </a:endParaRPr>
          </a:p>
        </p:txBody>
      </p:sp>
      <p:pic>
        <p:nvPicPr>
          <p:cNvPr id="16" name="Picture 15" descr="Portland State University Logo">
            <a:extLst>
              <a:ext uri="{FF2B5EF4-FFF2-40B4-BE49-F238E27FC236}">
                <a16:creationId xmlns:a16="http://schemas.microsoft.com/office/drawing/2014/main" id="{7117532D-B14E-5048-AD02-BF6DF836882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03220" y="12447595"/>
            <a:ext cx="4617694" cy="912137"/>
          </a:xfrm>
          <a:prstGeom prst="rect">
            <a:avLst/>
          </a:prstGeom>
        </p:spPr>
      </p:pic>
      <p:sp>
        <p:nvSpPr>
          <p:cNvPr id="19" name="This is body copy">
            <a:extLst>
              <a:ext uri="{FF2B5EF4-FFF2-40B4-BE49-F238E27FC236}">
                <a16:creationId xmlns:a16="http://schemas.microsoft.com/office/drawing/2014/main" id="{971E9E17-26CA-144B-8C4D-BFB327A04510}"/>
              </a:ext>
            </a:extLst>
          </p:cNvPr>
          <p:cNvSpPr txBox="1"/>
          <p:nvPr/>
        </p:nvSpPr>
        <p:spPr>
          <a:xfrm>
            <a:off x="8024733" y="8185006"/>
            <a:ext cx="8334533" cy="5334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50800" tIns="50800" rIns="50800" bIns="50800" anchor="ctr">
            <a:spAutoFit/>
          </a:bodyPr>
          <a:lstStyle>
            <a:lvl1pPr>
              <a:defRPr sz="7500">
                <a:latin typeface="Spectral-Bold"/>
                <a:ea typeface="Spectral-Bold"/>
                <a:cs typeface="Spectral-Bold"/>
                <a:sym typeface="Spectral-Bold"/>
              </a:defRPr>
            </a:lvl1pPr>
          </a:lstStyle>
          <a:p>
            <a:r>
              <a:rPr lang="en-US" sz="2800" dirty="0">
                <a:solidFill>
                  <a:schemeClr val="tx1"/>
                </a:solidFill>
                <a:latin typeface="Acumin Pro Semibold"/>
              </a:rPr>
              <a:t>(Date)</a:t>
            </a:r>
            <a:endParaRPr sz="2800" dirty="0">
              <a:solidFill>
                <a:schemeClr val="tx1"/>
              </a:solidFill>
              <a:latin typeface="Acumin Pro Semibold"/>
            </a:endParaRPr>
          </a:p>
        </p:txBody>
      </p:sp>
      <p:sp>
        <p:nvSpPr>
          <p:cNvPr id="20" name="This is a Sub Headline">
            <a:extLst>
              <a:ext uri="{FF2B5EF4-FFF2-40B4-BE49-F238E27FC236}">
                <a16:creationId xmlns:a16="http://schemas.microsoft.com/office/drawing/2014/main" id="{76524A29-B9D1-5947-8CF1-F539CF90E8BB}"/>
              </a:ext>
            </a:extLst>
          </p:cNvPr>
          <p:cNvSpPr txBox="1"/>
          <p:nvPr/>
        </p:nvSpPr>
        <p:spPr>
          <a:xfrm>
            <a:off x="7093227" y="7077624"/>
            <a:ext cx="10197544" cy="804066"/>
          </a:xfrm>
          <a:prstGeom prst="rect">
            <a:avLst/>
          </a:prstGeom>
          <a:ln w="12700">
            <a:noFill/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 anchor="t" anchorCtr="0">
            <a:spAutoFit/>
          </a:bodyPr>
          <a:lstStyle>
            <a:lvl1pPr>
              <a:defRPr sz="7500">
                <a:latin typeface="Spectral-Bold"/>
                <a:ea typeface="Spectral-Bold"/>
                <a:cs typeface="Spectral-Bold"/>
                <a:sym typeface="Spectral-Bold"/>
              </a:defRPr>
            </a:lvl1pPr>
          </a:lstStyle>
          <a:p>
            <a:pPr hangingPunct="1">
              <a:lnSpc>
                <a:spcPct val="150000"/>
              </a:lnSpc>
              <a:spcAft>
                <a:spcPts val="1800"/>
              </a:spcAft>
            </a:pPr>
            <a:r>
              <a:rPr lang="en-US" sz="3800" spc="120" dirty="0">
                <a:solidFill>
                  <a:schemeClr val="tx1"/>
                </a:solidFill>
                <a:latin typeface="Acumin Pro Condensed Ult Black" panose="020B0A06020202020204" pitchFamily="34" charset="77"/>
              </a:rPr>
              <a:t>(Presenter’s name), (PI – if needed)</a:t>
            </a:r>
          </a:p>
        </p:txBody>
      </p:sp>
      <p:sp>
        <p:nvSpPr>
          <p:cNvPr id="18" name="Presentation Name">
            <a:extLst>
              <a:ext uri="{FF2B5EF4-FFF2-40B4-BE49-F238E27FC236}">
                <a16:creationId xmlns:a16="http://schemas.microsoft.com/office/drawing/2014/main" id="{B1CFBADC-081A-2244-AABE-A4A171998CD1}"/>
              </a:ext>
            </a:extLst>
          </p:cNvPr>
          <p:cNvSpPr txBox="1">
            <a:spLocks/>
          </p:cNvSpPr>
          <p:nvPr/>
        </p:nvSpPr>
        <p:spPr>
          <a:xfrm>
            <a:off x="318654" y="3708730"/>
            <a:ext cx="23746690" cy="22031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vert="horz" lIns="0" tIns="0" rIns="0" bIns="0" anchor="t" anchorCtr="0">
            <a:noAutofit/>
          </a:bodyPr>
          <a:lstStyle>
            <a:lvl1pPr marL="0" marR="0" indent="0" algn="ctr" defTabSz="817244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9700" b="0" i="0" u="none" strike="noStrike" cap="none" spc="0" baseline="0">
                <a:ln>
                  <a:noFill/>
                </a:ln>
                <a:solidFill>
                  <a:srgbClr val="FFFFFF"/>
                </a:solidFill>
                <a:uFillTx/>
                <a:latin typeface="StrangerTimes-Regular"/>
                <a:ea typeface="StrangerTimes-Regular"/>
                <a:cs typeface="StrangerTimes-Regular"/>
                <a:sym typeface="StrangerTimes-Regular"/>
              </a:defRPr>
            </a:lvl1pPr>
            <a:lvl2pPr marL="0" marR="0" indent="0" algn="ctr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0" u="none" strike="noStrike" cap="none" spc="0" baseline="0">
                <a:ln>
                  <a:noFill/>
                </a:ln>
                <a:solidFill>
                  <a:srgbClr val="FFFFFF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2pPr>
            <a:lvl3pPr marL="0" marR="0" indent="0" algn="ctr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0" u="none" strike="noStrike" cap="none" spc="0" baseline="0">
                <a:ln>
                  <a:noFill/>
                </a:ln>
                <a:solidFill>
                  <a:srgbClr val="FFFFFF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3pPr>
            <a:lvl4pPr marL="0" marR="0" indent="0" algn="ctr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0" u="none" strike="noStrike" cap="none" spc="0" baseline="0">
                <a:ln>
                  <a:noFill/>
                </a:ln>
                <a:solidFill>
                  <a:srgbClr val="FFFFFF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4pPr>
            <a:lvl5pPr marL="0" marR="0" indent="0" algn="ctr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0" u="none" strike="noStrike" cap="none" spc="0" baseline="0">
                <a:ln>
                  <a:noFill/>
                </a:ln>
                <a:solidFill>
                  <a:srgbClr val="FFFFFF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5pPr>
            <a:lvl6pPr marL="0" marR="0" indent="0" algn="ctr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0" u="none" strike="noStrike" cap="none" spc="0" baseline="0">
                <a:ln>
                  <a:noFill/>
                </a:ln>
                <a:solidFill>
                  <a:srgbClr val="FFFFFF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6pPr>
            <a:lvl7pPr marL="0" marR="0" indent="0" algn="ctr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0" u="none" strike="noStrike" cap="none" spc="0" baseline="0">
                <a:ln>
                  <a:noFill/>
                </a:ln>
                <a:solidFill>
                  <a:srgbClr val="FFFFFF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7pPr>
            <a:lvl8pPr marL="0" marR="0" indent="0" algn="ctr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0" u="none" strike="noStrike" cap="none" spc="0" baseline="0">
                <a:ln>
                  <a:noFill/>
                </a:ln>
                <a:solidFill>
                  <a:srgbClr val="FFFFFF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8pPr>
            <a:lvl9pPr marL="0" marR="0" indent="0" algn="ctr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0" u="none" strike="noStrike" cap="none" spc="0" baseline="0">
                <a:ln>
                  <a:noFill/>
                </a:ln>
                <a:solidFill>
                  <a:srgbClr val="FFFFFF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9pPr>
          </a:lstStyle>
          <a:p>
            <a:pPr hangingPunct="1"/>
            <a:r>
              <a:rPr lang="en-US" sz="9500" b="1" i="1" dirty="0">
                <a:solidFill>
                  <a:schemeClr val="accent2"/>
                </a:solidFill>
                <a:latin typeface="Acumin Pro ExtraCondensed Black" panose="020B0608020202020204" pitchFamily="34" charset="77"/>
              </a:rPr>
              <a:t>(Title)</a:t>
            </a:r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DC0ACED-A01D-27E9-8E3D-0BAA82C343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his is a Headline">
            <a:extLst>
              <a:ext uri="{FF2B5EF4-FFF2-40B4-BE49-F238E27FC236}">
                <a16:creationId xmlns:a16="http://schemas.microsoft.com/office/drawing/2014/main" id="{57260964-16DB-148D-67E9-FC3B13A22490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788988" y="694892"/>
            <a:ext cx="15490825" cy="2201862"/>
          </a:xfrm>
          <a:prstGeom prst="rect">
            <a:avLst/>
          </a:prstGeom>
          <a:noFill/>
          <a:ln w="12700">
            <a:noFill/>
            <a:prstDash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lvl1pPr marL="0" marR="0" indent="0" algn="ctr" defTabSz="817244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9700" b="0" i="0" u="none" strike="noStrike" cap="none" spc="0" baseline="0">
                <a:ln>
                  <a:noFill/>
                </a:ln>
                <a:solidFill>
                  <a:srgbClr val="FFFFFF"/>
                </a:solidFill>
                <a:uFillTx/>
                <a:latin typeface="StrangerTimes-Regular"/>
                <a:ea typeface="StrangerTimes-Regular"/>
                <a:cs typeface="StrangerTimes-Regular"/>
                <a:sym typeface="StrangerTimes-Regular"/>
              </a:defRPr>
            </a:lvl1pPr>
            <a:lvl2pPr marL="0" marR="0" indent="0" algn="ctr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0" u="none" strike="noStrike" cap="none" spc="0" baseline="0">
                <a:ln>
                  <a:noFill/>
                </a:ln>
                <a:solidFill>
                  <a:srgbClr val="FFFFFF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2pPr>
            <a:lvl3pPr marL="0" marR="0" indent="0" algn="ctr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0" u="none" strike="noStrike" cap="none" spc="0" baseline="0">
                <a:ln>
                  <a:noFill/>
                </a:ln>
                <a:solidFill>
                  <a:srgbClr val="FFFFFF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3pPr>
            <a:lvl4pPr marL="0" marR="0" indent="0" algn="ctr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0" u="none" strike="noStrike" cap="none" spc="0" baseline="0">
                <a:ln>
                  <a:noFill/>
                </a:ln>
                <a:solidFill>
                  <a:srgbClr val="FFFFFF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4pPr>
            <a:lvl5pPr marL="0" marR="0" indent="0" algn="ctr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0" u="none" strike="noStrike" cap="none" spc="0" baseline="0">
                <a:ln>
                  <a:noFill/>
                </a:ln>
                <a:solidFill>
                  <a:srgbClr val="FFFFFF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5pPr>
            <a:lvl6pPr marL="0" marR="0" indent="0" algn="ctr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0" u="none" strike="noStrike" cap="none" spc="0" baseline="0">
                <a:ln>
                  <a:noFill/>
                </a:ln>
                <a:solidFill>
                  <a:srgbClr val="FFFFFF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6pPr>
            <a:lvl7pPr marL="0" marR="0" indent="0" algn="ctr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0" u="none" strike="noStrike" cap="none" spc="0" baseline="0">
                <a:ln>
                  <a:noFill/>
                </a:ln>
                <a:solidFill>
                  <a:srgbClr val="FFFFFF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7pPr>
            <a:lvl8pPr marL="0" marR="0" indent="0" algn="ctr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0" u="none" strike="noStrike" cap="none" spc="0" baseline="0">
                <a:ln>
                  <a:noFill/>
                </a:ln>
                <a:solidFill>
                  <a:srgbClr val="FFFFFF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8pPr>
            <a:lvl9pPr marL="0" marR="0" indent="0" algn="ctr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0" u="none" strike="noStrike" cap="none" spc="0" baseline="0">
                <a:ln>
                  <a:noFill/>
                </a:ln>
                <a:solidFill>
                  <a:srgbClr val="FFFFFF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9pPr>
          </a:lstStyle>
          <a:p>
            <a:pPr marL="0" marR="0" lvl="0" indent="0" algn="ctr" defTabSz="81724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500" b="1" i="1" u="none" strike="noStrike" kern="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Acumin Pro ExtraCondensed Black" panose="020B0608020202020204" pitchFamily="34" charset="77"/>
                <a:ea typeface="StrangerTimes-Regular"/>
                <a:cs typeface="StrangerTimes-Regular"/>
                <a:sym typeface="StrangerTimes-Regular"/>
              </a:rPr>
              <a:t>Table of Contents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4126CC1-CF52-7FE3-0475-6EC5856E006D}"/>
              </a:ext>
            </a:extLst>
          </p:cNvPr>
          <p:cNvSpPr txBox="1"/>
          <p:nvPr/>
        </p:nvSpPr>
        <p:spPr>
          <a:xfrm>
            <a:off x="788988" y="4204804"/>
            <a:ext cx="22560869" cy="671978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857250" marR="0" indent="-857250" algn="just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Char char="Ø"/>
              <a:tabLst/>
            </a:pPr>
            <a:r>
              <a:rPr kumimoji="0" lang="en-US" sz="6000" b="1" i="0" u="none" strike="noStrike" cap="none" spc="0" normalizeH="0" baseline="0" dirty="0">
                <a:ln>
                  <a:noFill/>
                </a:ln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Introduction</a:t>
            </a:r>
          </a:p>
          <a:p>
            <a:pPr marL="857250" marR="0" indent="-857250" algn="just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Char char="Ø"/>
              <a:tabLst/>
            </a:pPr>
            <a:r>
              <a:rPr lang="en-US" sz="6000" dirty="0">
                <a:solidFill>
                  <a:schemeClr val="tx1">
                    <a:lumMod val="50000"/>
                  </a:schemeClr>
                </a:solidFill>
              </a:rPr>
              <a:t>Section 1</a:t>
            </a:r>
            <a:endParaRPr lang="en-US" sz="4500" dirty="0">
              <a:solidFill>
                <a:schemeClr val="tx1">
                  <a:lumMod val="50000"/>
                </a:schemeClr>
              </a:solidFill>
            </a:endParaRPr>
          </a:p>
          <a:p>
            <a:pPr lvl="2" indent="0" algn="just"/>
            <a:r>
              <a:rPr lang="en-US" sz="4000" dirty="0">
                <a:solidFill>
                  <a:schemeClr val="tx1">
                    <a:lumMod val="50000"/>
                  </a:schemeClr>
                </a:solidFill>
              </a:rPr>
              <a:t>		Subsection Topic</a:t>
            </a:r>
          </a:p>
          <a:p>
            <a:pPr marL="857250" indent="-857250" algn="just">
              <a:buFont typeface="Wingdings" pitchFamily="2" charset="2"/>
              <a:buChar char="Ø"/>
            </a:pPr>
            <a:r>
              <a:rPr lang="en-US" sz="6000" dirty="0">
                <a:solidFill>
                  <a:schemeClr val="tx1">
                    <a:lumMod val="50000"/>
                  </a:schemeClr>
                </a:solidFill>
              </a:rPr>
              <a:t>Section 2</a:t>
            </a:r>
          </a:p>
          <a:p>
            <a:pPr marR="0" algn="just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</a:pPr>
            <a:r>
              <a:rPr lang="en-US" sz="4500" dirty="0">
                <a:solidFill>
                  <a:schemeClr val="tx1">
                    <a:lumMod val="50000"/>
                  </a:schemeClr>
                </a:solidFill>
              </a:rPr>
              <a:t>		</a:t>
            </a:r>
            <a:r>
              <a:rPr lang="en-US" sz="4000" dirty="0">
                <a:solidFill>
                  <a:schemeClr val="tx1">
                    <a:lumMod val="50000"/>
                  </a:schemeClr>
                </a:solidFill>
              </a:rPr>
              <a:t>Subsection Topic</a:t>
            </a:r>
          </a:p>
          <a:p>
            <a:pPr marL="457200" marR="0" indent="-457200" algn="just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Char char="Ø"/>
              <a:tabLst/>
            </a:pPr>
            <a:r>
              <a:rPr lang="en-US" sz="6000" dirty="0">
                <a:solidFill>
                  <a:schemeClr val="tx1">
                    <a:lumMod val="50000"/>
                  </a:schemeClr>
                </a:solidFill>
              </a:rPr>
              <a:t> Section 3</a:t>
            </a:r>
          </a:p>
          <a:p>
            <a:pPr marR="0" algn="just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</a:pPr>
            <a:r>
              <a:rPr lang="en-US" sz="4500" dirty="0">
                <a:solidFill>
                  <a:schemeClr val="tx1">
                    <a:lumMod val="50000"/>
                  </a:schemeClr>
                </a:solidFill>
              </a:rPr>
              <a:t>		</a:t>
            </a:r>
            <a:r>
              <a:rPr lang="en-US" sz="4000" dirty="0">
                <a:solidFill>
                  <a:schemeClr val="tx1">
                    <a:lumMod val="50000"/>
                  </a:schemeClr>
                </a:solidFill>
              </a:rPr>
              <a:t>Subsection Topic</a:t>
            </a:r>
          </a:p>
          <a:p>
            <a:pPr marL="457200" marR="0" indent="-457200" algn="just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Char char="Ø"/>
              <a:tabLst/>
            </a:pPr>
            <a:r>
              <a:rPr lang="en-US" sz="6000" dirty="0">
                <a:solidFill>
                  <a:schemeClr val="tx1">
                    <a:lumMod val="50000"/>
                  </a:schemeClr>
                </a:solidFill>
              </a:rPr>
              <a:t> Conclusions and Next Steps</a:t>
            </a:r>
          </a:p>
        </p:txBody>
      </p:sp>
    </p:spTree>
    <p:extLst>
      <p:ext uri="{BB962C8B-B14F-4D97-AF65-F5344CB8AC3E}">
        <p14:creationId xmlns:p14="http://schemas.microsoft.com/office/powerpoint/2010/main" val="1114531540"/>
      </p:ext>
    </p:extLst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047C09A-DD0E-C345-7877-F8B746A70F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his is a section title">
            <a:extLst>
              <a:ext uri="{FF2B5EF4-FFF2-40B4-BE49-F238E27FC236}">
                <a16:creationId xmlns:a16="http://schemas.microsoft.com/office/drawing/2014/main" id="{3BEB8E73-DFC7-FA90-A876-69847CE27026}"/>
              </a:ext>
            </a:extLst>
          </p:cNvPr>
          <p:cNvSpPr txBox="1"/>
          <p:nvPr/>
        </p:nvSpPr>
        <p:spPr>
          <a:xfrm>
            <a:off x="1224212" y="549243"/>
            <a:ext cx="8083354" cy="400110"/>
          </a:xfrm>
          <a:prstGeom prst="rect">
            <a:avLst/>
          </a:prstGeom>
          <a:ln w="12700">
            <a:noFill/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 anchor="ctr">
            <a:spAutoFit/>
          </a:bodyPr>
          <a:lstStyle>
            <a:lvl1pPr>
              <a:defRPr sz="7500">
                <a:latin typeface="Spectral-Bold"/>
                <a:ea typeface="Spectral-Bold"/>
                <a:cs typeface="Spectral-Bold"/>
                <a:sym typeface="Spectral-Bold"/>
              </a:defRPr>
            </a:lvl1pPr>
          </a:lstStyle>
          <a:p>
            <a:pPr algn="l"/>
            <a:r>
              <a:rPr lang="en-US" sz="2600" dirty="0">
                <a:solidFill>
                  <a:schemeClr val="bg2"/>
                </a:solidFill>
                <a:latin typeface="Acumin Pro Semibold"/>
              </a:rPr>
              <a:t>Introduction</a:t>
            </a:r>
            <a:endParaRPr sz="2600" dirty="0">
              <a:solidFill>
                <a:schemeClr val="bg2"/>
              </a:solidFill>
              <a:latin typeface="Acumin Pro Semibold" panose="020B0504020202020204" pitchFamily="34" charset="77"/>
            </a:endParaRPr>
          </a:p>
        </p:txBody>
      </p:sp>
      <p:sp>
        <p:nvSpPr>
          <p:cNvPr id="28" name="This is a Headline">
            <a:extLst>
              <a:ext uri="{FF2B5EF4-FFF2-40B4-BE49-F238E27FC236}">
                <a16:creationId xmlns:a16="http://schemas.microsoft.com/office/drawing/2014/main" id="{9365B9A3-3171-7721-26D2-F423D85EA34E}"/>
              </a:ext>
            </a:extLst>
          </p:cNvPr>
          <p:cNvSpPr txBox="1">
            <a:spLocks/>
          </p:cNvSpPr>
          <p:nvPr/>
        </p:nvSpPr>
        <p:spPr>
          <a:xfrm>
            <a:off x="1217708" y="1347279"/>
            <a:ext cx="15565957" cy="2522367"/>
          </a:xfrm>
          <a:prstGeom prst="rect">
            <a:avLst/>
          </a:prstGeom>
          <a:ln w="12700">
            <a:noFill/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t">
            <a:noAutofit/>
          </a:bodyPr>
          <a:lstStyle>
            <a:lvl1pPr marL="0" marR="0" indent="0" algn="ctr" defTabSz="817244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9700" b="0" i="0" u="none" strike="noStrike" cap="none" spc="0" baseline="0">
                <a:ln>
                  <a:noFill/>
                </a:ln>
                <a:solidFill>
                  <a:srgbClr val="FFFFFF"/>
                </a:solidFill>
                <a:uFillTx/>
                <a:latin typeface="StrangerTimes-Regular"/>
                <a:ea typeface="StrangerTimes-Regular"/>
                <a:cs typeface="StrangerTimes-Regular"/>
                <a:sym typeface="StrangerTimes-Regular"/>
              </a:defRPr>
            </a:lvl1pPr>
            <a:lvl2pPr marL="0" marR="0" indent="0" algn="ctr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0" u="none" strike="noStrike" cap="none" spc="0" baseline="0">
                <a:ln>
                  <a:noFill/>
                </a:ln>
                <a:solidFill>
                  <a:srgbClr val="FFFFFF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2pPr>
            <a:lvl3pPr marL="0" marR="0" indent="0" algn="ctr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0" u="none" strike="noStrike" cap="none" spc="0" baseline="0">
                <a:ln>
                  <a:noFill/>
                </a:ln>
                <a:solidFill>
                  <a:srgbClr val="FFFFFF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3pPr>
            <a:lvl4pPr marL="0" marR="0" indent="0" algn="ctr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0" u="none" strike="noStrike" cap="none" spc="0" baseline="0">
                <a:ln>
                  <a:noFill/>
                </a:ln>
                <a:solidFill>
                  <a:srgbClr val="FFFFFF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4pPr>
            <a:lvl5pPr marL="0" marR="0" indent="0" algn="ctr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0" u="none" strike="noStrike" cap="none" spc="0" baseline="0">
                <a:ln>
                  <a:noFill/>
                </a:ln>
                <a:solidFill>
                  <a:srgbClr val="FFFFFF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5pPr>
            <a:lvl6pPr marL="0" marR="0" indent="0" algn="ctr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0" u="none" strike="noStrike" cap="none" spc="0" baseline="0">
                <a:ln>
                  <a:noFill/>
                </a:ln>
                <a:solidFill>
                  <a:srgbClr val="FFFFFF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6pPr>
            <a:lvl7pPr marL="0" marR="0" indent="0" algn="ctr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0" u="none" strike="noStrike" cap="none" spc="0" baseline="0">
                <a:ln>
                  <a:noFill/>
                </a:ln>
                <a:solidFill>
                  <a:srgbClr val="FFFFFF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7pPr>
            <a:lvl8pPr marL="0" marR="0" indent="0" algn="ctr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0" u="none" strike="noStrike" cap="none" spc="0" baseline="0">
                <a:ln>
                  <a:noFill/>
                </a:ln>
                <a:solidFill>
                  <a:srgbClr val="FFFFFF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8pPr>
            <a:lvl9pPr marL="0" marR="0" indent="0" algn="ctr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0" u="none" strike="noStrike" cap="none" spc="0" baseline="0">
                <a:ln>
                  <a:noFill/>
                </a:ln>
                <a:solidFill>
                  <a:srgbClr val="FFFFFF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9pPr>
          </a:lstStyle>
          <a:p>
            <a:pPr marL="0" marR="0" lvl="0" indent="0" algn="l" defTabSz="817244" rtl="0" eaLnBrk="1" fontAlgn="auto" latinLnBrk="0" hangingPunct="1">
              <a:lnSpc>
                <a:spcPts val="9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000" b="1" i="1" dirty="0">
                <a:solidFill>
                  <a:schemeClr val="accent1"/>
                </a:solidFill>
                <a:latin typeface="Acumin Pro ExtraCondensed Black" panose="020B0608020202020204" pitchFamily="34" charset="77"/>
              </a:rPr>
              <a:t>(Intro Header)</a:t>
            </a:r>
            <a:endParaRPr kumimoji="0" lang="en-US" sz="10000" b="1" i="1" u="none" strike="noStrike" kern="0" cap="none" spc="0" normalizeH="0" baseline="0" noProof="0" dirty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Acumin Pro ExtraCondensed Black" panose="020B0608020202020204" pitchFamily="34" charset="77"/>
              <a:ea typeface="StrangerTimes-Regular"/>
              <a:cs typeface="StrangerTimes-Regular"/>
              <a:sym typeface="StrangerTimes-Regular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397921BE-CB1A-3112-034E-9F3DACFA2B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13175866"/>
            <a:ext cx="24384000" cy="548640"/>
          </a:xfrm>
          <a:prstGeom prst="rect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Neue Medium"/>
            </a:endParaRP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897F3388-DA88-BBDB-85CB-34C076E28B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7636" b="-6024"/>
          <a:stretch/>
        </p:blipFill>
        <p:spPr>
          <a:xfrm>
            <a:off x="342431" y="499915"/>
            <a:ext cx="547746" cy="541654"/>
          </a:xfrm>
          <a:prstGeom prst="rect">
            <a:avLst/>
          </a:prstGeom>
        </p:spPr>
      </p:pic>
      <p:sp>
        <p:nvSpPr>
          <p:cNvPr id="26" name="Slide Number Placeholder 4">
            <a:extLst>
              <a:ext uri="{FF2B5EF4-FFF2-40B4-BE49-F238E27FC236}">
                <a16:creationId xmlns:a16="http://schemas.microsoft.com/office/drawing/2014/main" id="{F62ABCE4-AEF3-47B3-CAD5-D9662655CA7D}"/>
              </a:ext>
            </a:extLst>
          </p:cNvPr>
          <p:cNvSpPr txBox="1">
            <a:spLocks/>
          </p:cNvSpPr>
          <p:nvPr/>
        </p:nvSpPr>
        <p:spPr>
          <a:xfrm>
            <a:off x="23835360" y="13175866"/>
            <a:ext cx="548640" cy="548640"/>
          </a:xfrm>
          <a:prstGeom prst="rect">
            <a:avLst/>
          </a:prstGeom>
          <a:solidFill>
            <a:schemeClr val="accent2"/>
          </a:solidFill>
          <a:ln w="12700">
            <a:miter lim="400000"/>
          </a:ln>
        </p:spPr>
        <p:txBody>
          <a:bodyPr wrap="none" lIns="91440" tIns="91440" rIns="91440" bIns="91440" anchor="ctr" anchorCtr="0">
            <a:no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0" marR="0" indent="22860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000" b="1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0" marR="0" indent="45720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000" b="1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0" marR="0" indent="68580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000" b="1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0" marR="0" indent="91440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000" b="1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0" marR="0" indent="114300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000" b="1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0" marR="0" indent="137160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000" b="1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0" marR="0" indent="160020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000" b="1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0" marR="0" indent="182880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000" b="1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fld id="{86CB4B4D-7CA3-9044-876B-883B54F8677D}" type="slidenum">
              <a:rPr lang="en-US" sz="2000" b="1" smtClean="0">
                <a:solidFill>
                  <a:schemeClr val="accent3"/>
                </a:solidFill>
                <a:latin typeface="Acumin Pro" panose="020B0504020202020204" pitchFamily="34" charset="77"/>
              </a:rPr>
              <a:pPr/>
              <a:t>3</a:t>
            </a:fld>
            <a:endParaRPr lang="en-US" sz="2000" b="1" dirty="0">
              <a:solidFill>
                <a:schemeClr val="accent3"/>
              </a:solidFill>
              <a:latin typeface="Acumin Pro" panose="020B0504020202020204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464374093"/>
      </p:ext>
    </p:ext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71690A0-357B-9916-5317-848A8CD3A7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his is a Headline">
            <a:extLst>
              <a:ext uri="{FF2B5EF4-FFF2-40B4-BE49-F238E27FC236}">
                <a16:creationId xmlns:a16="http://schemas.microsoft.com/office/drawing/2014/main" id="{D95B03BE-E02E-B1C0-F2FC-8E040383CB01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788988" y="694892"/>
            <a:ext cx="15490825" cy="2201862"/>
          </a:xfrm>
          <a:prstGeom prst="rect">
            <a:avLst/>
          </a:prstGeom>
          <a:noFill/>
          <a:ln w="12700">
            <a:noFill/>
            <a:prstDash/>
            <a:miter lim="400000"/>
          </a:ln>
          <a:effectLst/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lvl1pPr marL="0" marR="0" indent="0" algn="ctr" defTabSz="817244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9700" b="0" i="0" u="none" strike="noStrike" cap="none" spc="0" baseline="0">
                <a:ln>
                  <a:noFill/>
                </a:ln>
                <a:solidFill>
                  <a:srgbClr val="FFFFFF"/>
                </a:solidFill>
                <a:uFillTx/>
                <a:latin typeface="StrangerTimes-Regular"/>
                <a:ea typeface="StrangerTimes-Regular"/>
                <a:cs typeface="StrangerTimes-Regular"/>
                <a:sym typeface="StrangerTimes-Regular"/>
              </a:defRPr>
            </a:lvl1pPr>
            <a:lvl2pPr marL="0" marR="0" indent="0" algn="ctr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0" u="none" strike="noStrike" cap="none" spc="0" baseline="0">
                <a:ln>
                  <a:noFill/>
                </a:ln>
                <a:solidFill>
                  <a:srgbClr val="FFFFFF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2pPr>
            <a:lvl3pPr marL="0" marR="0" indent="0" algn="ctr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0" u="none" strike="noStrike" cap="none" spc="0" baseline="0">
                <a:ln>
                  <a:noFill/>
                </a:ln>
                <a:solidFill>
                  <a:srgbClr val="FFFFFF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3pPr>
            <a:lvl4pPr marL="0" marR="0" indent="0" algn="ctr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0" u="none" strike="noStrike" cap="none" spc="0" baseline="0">
                <a:ln>
                  <a:noFill/>
                </a:ln>
                <a:solidFill>
                  <a:srgbClr val="FFFFFF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4pPr>
            <a:lvl5pPr marL="0" marR="0" indent="0" algn="ctr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0" u="none" strike="noStrike" cap="none" spc="0" baseline="0">
                <a:ln>
                  <a:noFill/>
                </a:ln>
                <a:solidFill>
                  <a:srgbClr val="FFFFFF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5pPr>
            <a:lvl6pPr marL="0" marR="0" indent="0" algn="ctr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0" u="none" strike="noStrike" cap="none" spc="0" baseline="0">
                <a:ln>
                  <a:noFill/>
                </a:ln>
                <a:solidFill>
                  <a:srgbClr val="FFFFFF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6pPr>
            <a:lvl7pPr marL="0" marR="0" indent="0" algn="ctr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0" u="none" strike="noStrike" cap="none" spc="0" baseline="0">
                <a:ln>
                  <a:noFill/>
                </a:ln>
                <a:solidFill>
                  <a:srgbClr val="FFFFFF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7pPr>
            <a:lvl8pPr marL="0" marR="0" indent="0" algn="ctr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0" u="none" strike="noStrike" cap="none" spc="0" baseline="0">
                <a:ln>
                  <a:noFill/>
                </a:ln>
                <a:solidFill>
                  <a:srgbClr val="FFFFFF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8pPr>
            <a:lvl9pPr marL="0" marR="0" indent="0" algn="ctr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0" u="none" strike="noStrike" cap="none" spc="0" baseline="0">
                <a:ln>
                  <a:noFill/>
                </a:ln>
                <a:solidFill>
                  <a:srgbClr val="FFFFFF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9pPr>
          </a:lstStyle>
          <a:p>
            <a:pPr marL="0" marR="0" lvl="0" indent="0" algn="ctr" defTabSz="81724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500" b="1" i="1" u="none" strike="noStrike" kern="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Acumin Pro ExtraCondensed Black" panose="020B0608020202020204" pitchFamily="34" charset="77"/>
                <a:ea typeface="StrangerTimes-Regular"/>
                <a:cs typeface="StrangerTimes-Regular"/>
                <a:sym typeface="StrangerTimes-Regular"/>
              </a:rPr>
              <a:t>Table of Contents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F51B157-74F8-2FB8-9493-BE6286F0B047}"/>
              </a:ext>
            </a:extLst>
          </p:cNvPr>
          <p:cNvSpPr txBox="1"/>
          <p:nvPr/>
        </p:nvSpPr>
        <p:spPr>
          <a:xfrm>
            <a:off x="788988" y="4204804"/>
            <a:ext cx="22560869" cy="671978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857250" marR="0" indent="-857250" algn="just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Char char="Ø"/>
              <a:tabLst/>
            </a:pPr>
            <a:r>
              <a:rPr kumimoji="0" lang="en-US" sz="6000" b="1" i="0" u="none" strike="noStrike" cap="none" spc="0" normalizeH="0" baseline="0" dirty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Introduction</a:t>
            </a:r>
          </a:p>
          <a:p>
            <a:pPr marL="857250" marR="0" indent="-857250" algn="just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Char char="Ø"/>
              <a:tabLst/>
            </a:pPr>
            <a:r>
              <a:rPr lang="en-US" sz="6000" dirty="0">
                <a:solidFill>
                  <a:schemeClr val="tx1"/>
                </a:solidFill>
              </a:rPr>
              <a:t>Section 1</a:t>
            </a:r>
            <a:endParaRPr lang="en-US" sz="4500" dirty="0">
              <a:solidFill>
                <a:schemeClr val="tx1"/>
              </a:solidFill>
            </a:endParaRPr>
          </a:p>
          <a:p>
            <a:pPr lvl="2" indent="0" algn="just"/>
            <a:r>
              <a:rPr lang="en-US" sz="4000" dirty="0">
                <a:solidFill>
                  <a:schemeClr val="tx1"/>
                </a:solidFill>
              </a:rPr>
              <a:t>		Subsection Topic </a:t>
            </a:r>
          </a:p>
          <a:p>
            <a:pPr marL="857250" indent="-857250" algn="just">
              <a:buFont typeface="Wingdings" pitchFamily="2" charset="2"/>
              <a:buChar char="Ø"/>
            </a:pPr>
            <a:r>
              <a:rPr lang="en-US" sz="6000" dirty="0">
                <a:solidFill>
                  <a:schemeClr val="tx1">
                    <a:lumMod val="50000"/>
                  </a:schemeClr>
                </a:solidFill>
              </a:rPr>
              <a:t>Section 2</a:t>
            </a:r>
          </a:p>
          <a:p>
            <a:pPr marR="0" algn="just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</a:pPr>
            <a:r>
              <a:rPr lang="en-US" sz="4500" dirty="0">
                <a:solidFill>
                  <a:schemeClr val="tx1">
                    <a:lumMod val="50000"/>
                  </a:schemeClr>
                </a:solidFill>
              </a:rPr>
              <a:t>		</a:t>
            </a:r>
            <a:r>
              <a:rPr lang="en-US" sz="4000" dirty="0">
                <a:solidFill>
                  <a:schemeClr val="tx1">
                    <a:lumMod val="50000"/>
                  </a:schemeClr>
                </a:solidFill>
              </a:rPr>
              <a:t>Subsection Topic</a:t>
            </a:r>
          </a:p>
          <a:p>
            <a:pPr marL="457200" marR="0" indent="-457200" algn="just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Char char="Ø"/>
              <a:tabLst/>
            </a:pPr>
            <a:r>
              <a:rPr lang="en-US" sz="6000" dirty="0">
                <a:solidFill>
                  <a:schemeClr val="tx1">
                    <a:lumMod val="50000"/>
                  </a:schemeClr>
                </a:solidFill>
              </a:rPr>
              <a:t> Section 3</a:t>
            </a:r>
          </a:p>
          <a:p>
            <a:pPr marR="0" algn="just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</a:pPr>
            <a:r>
              <a:rPr lang="en-US" sz="4500" dirty="0">
                <a:solidFill>
                  <a:schemeClr val="tx1">
                    <a:lumMod val="50000"/>
                  </a:schemeClr>
                </a:solidFill>
              </a:rPr>
              <a:t>		</a:t>
            </a:r>
            <a:r>
              <a:rPr lang="en-US" sz="4000" dirty="0">
                <a:solidFill>
                  <a:schemeClr val="tx1">
                    <a:lumMod val="50000"/>
                  </a:schemeClr>
                </a:solidFill>
              </a:rPr>
              <a:t>Subsection Topic</a:t>
            </a:r>
          </a:p>
          <a:p>
            <a:pPr marL="457200" marR="0" indent="-457200" algn="just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Char char="Ø"/>
              <a:tabLst/>
            </a:pPr>
            <a:r>
              <a:rPr lang="en-US" sz="6000" dirty="0">
                <a:solidFill>
                  <a:schemeClr val="tx1">
                    <a:lumMod val="50000"/>
                  </a:schemeClr>
                </a:solidFill>
              </a:rPr>
              <a:t> Conclusions and Next Steps</a:t>
            </a:r>
          </a:p>
        </p:txBody>
      </p:sp>
    </p:spTree>
    <p:extLst>
      <p:ext uri="{BB962C8B-B14F-4D97-AF65-F5344CB8AC3E}">
        <p14:creationId xmlns:p14="http://schemas.microsoft.com/office/powerpoint/2010/main" val="229572828"/>
      </p:ext>
    </p:extLst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A5055DB-1197-2292-B2CB-FED7073513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his is a section title">
            <a:extLst>
              <a:ext uri="{FF2B5EF4-FFF2-40B4-BE49-F238E27FC236}">
                <a16:creationId xmlns:a16="http://schemas.microsoft.com/office/drawing/2014/main" id="{1B6FE6E1-AADA-9C72-A376-ADC4E5496A38}"/>
              </a:ext>
            </a:extLst>
          </p:cNvPr>
          <p:cNvSpPr txBox="1"/>
          <p:nvPr/>
        </p:nvSpPr>
        <p:spPr>
          <a:xfrm>
            <a:off x="1224212" y="549243"/>
            <a:ext cx="8083354" cy="400110"/>
          </a:xfrm>
          <a:prstGeom prst="rect">
            <a:avLst/>
          </a:prstGeom>
          <a:ln w="12700">
            <a:noFill/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 anchor="ctr">
            <a:spAutoFit/>
          </a:bodyPr>
          <a:lstStyle>
            <a:lvl1pPr>
              <a:defRPr sz="7500">
                <a:latin typeface="Spectral-Bold"/>
                <a:ea typeface="Spectral-Bold"/>
                <a:cs typeface="Spectral-Bold"/>
                <a:sym typeface="Spectral-Bold"/>
              </a:defRPr>
            </a:lvl1pPr>
          </a:lstStyle>
          <a:p>
            <a:pPr algn="l"/>
            <a:r>
              <a:rPr lang="en-US" sz="2600" dirty="0">
                <a:solidFill>
                  <a:schemeClr val="bg2"/>
                </a:solidFill>
                <a:latin typeface="Acumin Pro Semibold"/>
              </a:rPr>
              <a:t>Section 1</a:t>
            </a:r>
            <a:endParaRPr sz="2600" dirty="0">
              <a:solidFill>
                <a:schemeClr val="bg2"/>
              </a:solidFill>
              <a:latin typeface="Acumin Pro Semibold" panose="020B0504020202020204" pitchFamily="34" charset="77"/>
            </a:endParaRPr>
          </a:p>
        </p:txBody>
      </p:sp>
      <p:sp>
        <p:nvSpPr>
          <p:cNvPr id="28" name="This is a Headline">
            <a:extLst>
              <a:ext uri="{FF2B5EF4-FFF2-40B4-BE49-F238E27FC236}">
                <a16:creationId xmlns:a16="http://schemas.microsoft.com/office/drawing/2014/main" id="{63F5D18B-355B-AA2C-2836-85B022E64077}"/>
              </a:ext>
            </a:extLst>
          </p:cNvPr>
          <p:cNvSpPr txBox="1">
            <a:spLocks/>
          </p:cNvSpPr>
          <p:nvPr/>
        </p:nvSpPr>
        <p:spPr>
          <a:xfrm>
            <a:off x="1034828" y="1118680"/>
            <a:ext cx="22800532" cy="2522367"/>
          </a:xfrm>
          <a:prstGeom prst="rect">
            <a:avLst/>
          </a:prstGeom>
          <a:ln w="12700">
            <a:noFill/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t">
            <a:noAutofit/>
          </a:bodyPr>
          <a:lstStyle>
            <a:lvl1pPr marL="0" marR="0" indent="0" algn="ctr" defTabSz="817244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9700" b="0" i="0" u="none" strike="noStrike" cap="none" spc="0" baseline="0">
                <a:ln>
                  <a:noFill/>
                </a:ln>
                <a:solidFill>
                  <a:srgbClr val="FFFFFF"/>
                </a:solidFill>
                <a:uFillTx/>
                <a:latin typeface="StrangerTimes-Regular"/>
                <a:ea typeface="StrangerTimes-Regular"/>
                <a:cs typeface="StrangerTimes-Regular"/>
                <a:sym typeface="StrangerTimes-Regular"/>
              </a:defRPr>
            </a:lvl1pPr>
            <a:lvl2pPr marL="0" marR="0" indent="0" algn="ctr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0" u="none" strike="noStrike" cap="none" spc="0" baseline="0">
                <a:ln>
                  <a:noFill/>
                </a:ln>
                <a:solidFill>
                  <a:srgbClr val="FFFFFF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2pPr>
            <a:lvl3pPr marL="0" marR="0" indent="0" algn="ctr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0" u="none" strike="noStrike" cap="none" spc="0" baseline="0">
                <a:ln>
                  <a:noFill/>
                </a:ln>
                <a:solidFill>
                  <a:srgbClr val="FFFFFF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3pPr>
            <a:lvl4pPr marL="0" marR="0" indent="0" algn="ctr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0" u="none" strike="noStrike" cap="none" spc="0" baseline="0">
                <a:ln>
                  <a:noFill/>
                </a:ln>
                <a:solidFill>
                  <a:srgbClr val="FFFFFF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4pPr>
            <a:lvl5pPr marL="0" marR="0" indent="0" algn="ctr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0" u="none" strike="noStrike" cap="none" spc="0" baseline="0">
                <a:ln>
                  <a:noFill/>
                </a:ln>
                <a:solidFill>
                  <a:srgbClr val="FFFFFF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5pPr>
            <a:lvl6pPr marL="0" marR="0" indent="0" algn="ctr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0" u="none" strike="noStrike" cap="none" spc="0" baseline="0">
                <a:ln>
                  <a:noFill/>
                </a:ln>
                <a:solidFill>
                  <a:srgbClr val="FFFFFF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6pPr>
            <a:lvl7pPr marL="0" marR="0" indent="0" algn="ctr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0" u="none" strike="noStrike" cap="none" spc="0" baseline="0">
                <a:ln>
                  <a:noFill/>
                </a:ln>
                <a:solidFill>
                  <a:srgbClr val="FFFFFF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7pPr>
            <a:lvl8pPr marL="0" marR="0" indent="0" algn="ctr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0" u="none" strike="noStrike" cap="none" spc="0" baseline="0">
                <a:ln>
                  <a:noFill/>
                </a:ln>
                <a:solidFill>
                  <a:srgbClr val="FFFFFF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8pPr>
            <a:lvl9pPr marL="0" marR="0" indent="0" algn="ctr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0" u="none" strike="noStrike" cap="none" spc="0" baseline="0">
                <a:ln>
                  <a:noFill/>
                </a:ln>
                <a:solidFill>
                  <a:srgbClr val="FFFFFF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9pPr>
          </a:lstStyle>
          <a:p>
            <a:pPr marL="0" marR="0" lvl="0" indent="0" algn="l" defTabSz="817244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5000" b="1" i="1" dirty="0">
                <a:solidFill>
                  <a:schemeClr val="accent1"/>
                </a:solidFill>
                <a:latin typeface="Acumin Pro ExtraCondensed Black" panose="020B0608020202020204" pitchFamily="34" charset="77"/>
              </a:rPr>
              <a:t>Subsection 1 Statement.</a:t>
            </a:r>
            <a:endParaRPr kumimoji="0" lang="en-US" sz="5000" b="1" i="1" u="none" strike="noStrike" kern="0" cap="none" spc="0" normalizeH="0" baseline="0" noProof="0" dirty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Acumin Pro ExtraCondensed Black" panose="020B0608020202020204" pitchFamily="34" charset="77"/>
              <a:ea typeface="StrangerTimes-Regular"/>
              <a:cs typeface="StrangerTimes-Regular"/>
              <a:sym typeface="StrangerTimes-Regular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FC5DD12E-A3F5-639D-0F1A-45B4F23D39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13175866"/>
            <a:ext cx="24384000" cy="548640"/>
          </a:xfrm>
          <a:prstGeom prst="rect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Neue Medium"/>
            </a:endParaRP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C9B59C94-3031-8B36-1412-4E6D0CCE5C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7636" b="-6024"/>
          <a:stretch/>
        </p:blipFill>
        <p:spPr>
          <a:xfrm>
            <a:off x="342431" y="499915"/>
            <a:ext cx="547746" cy="541654"/>
          </a:xfrm>
          <a:prstGeom prst="rect">
            <a:avLst/>
          </a:prstGeom>
        </p:spPr>
      </p:pic>
      <p:sp>
        <p:nvSpPr>
          <p:cNvPr id="26" name="Slide Number Placeholder 4">
            <a:extLst>
              <a:ext uri="{FF2B5EF4-FFF2-40B4-BE49-F238E27FC236}">
                <a16:creationId xmlns:a16="http://schemas.microsoft.com/office/drawing/2014/main" id="{F1D1F83F-0111-68BF-97EE-554AD6FCD83D}"/>
              </a:ext>
            </a:extLst>
          </p:cNvPr>
          <p:cNvSpPr txBox="1">
            <a:spLocks/>
          </p:cNvSpPr>
          <p:nvPr/>
        </p:nvSpPr>
        <p:spPr>
          <a:xfrm>
            <a:off x="23835360" y="13175866"/>
            <a:ext cx="548640" cy="548640"/>
          </a:xfrm>
          <a:prstGeom prst="rect">
            <a:avLst/>
          </a:prstGeom>
          <a:solidFill>
            <a:schemeClr val="accent2"/>
          </a:solidFill>
          <a:ln w="12700">
            <a:miter lim="400000"/>
          </a:ln>
        </p:spPr>
        <p:txBody>
          <a:bodyPr wrap="none" lIns="91440" tIns="91440" rIns="91440" bIns="91440" anchor="ctr" anchorCtr="0">
            <a:no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0" marR="0" indent="22860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000" b="1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0" marR="0" indent="45720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000" b="1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0" marR="0" indent="68580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000" b="1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0" marR="0" indent="91440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000" b="1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0" marR="0" indent="114300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000" b="1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0" marR="0" indent="137160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000" b="1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0" marR="0" indent="160020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000" b="1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0" marR="0" indent="182880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000" b="1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fld id="{86CB4B4D-7CA3-9044-876B-883B54F8677D}" type="slidenum">
              <a:rPr lang="en-US" sz="2000" b="1" smtClean="0">
                <a:solidFill>
                  <a:schemeClr val="accent3"/>
                </a:solidFill>
                <a:latin typeface="Acumin Pro" panose="020B0504020202020204" pitchFamily="34" charset="77"/>
              </a:rPr>
              <a:pPr/>
              <a:t>5</a:t>
            </a:fld>
            <a:endParaRPr lang="en-US" sz="2000" b="1" dirty="0">
              <a:solidFill>
                <a:schemeClr val="accent3"/>
              </a:solidFill>
              <a:latin typeface="Acumin Pro" panose="020B0504020202020204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572334897"/>
      </p:ext>
    </p:extLst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6D9E276-6D2A-C9C9-853D-C9CCB4BC46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his is a Headline">
            <a:extLst>
              <a:ext uri="{FF2B5EF4-FFF2-40B4-BE49-F238E27FC236}">
                <a16:creationId xmlns:a16="http://schemas.microsoft.com/office/drawing/2014/main" id="{2C303939-15C9-507F-C22D-BB8BCE4028AC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788988" y="694892"/>
            <a:ext cx="15490825" cy="2201862"/>
          </a:xfrm>
          <a:prstGeom prst="rect">
            <a:avLst/>
          </a:prstGeom>
          <a:noFill/>
          <a:ln w="12700">
            <a:noFill/>
            <a:prstDash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lvl1pPr marL="0" marR="0" indent="0" algn="ctr" defTabSz="817244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9700" b="0" i="0" u="none" strike="noStrike" cap="none" spc="0" baseline="0">
                <a:ln>
                  <a:noFill/>
                </a:ln>
                <a:solidFill>
                  <a:srgbClr val="FFFFFF"/>
                </a:solidFill>
                <a:uFillTx/>
                <a:latin typeface="StrangerTimes-Regular"/>
                <a:ea typeface="StrangerTimes-Regular"/>
                <a:cs typeface="StrangerTimes-Regular"/>
                <a:sym typeface="StrangerTimes-Regular"/>
              </a:defRPr>
            </a:lvl1pPr>
            <a:lvl2pPr marL="0" marR="0" indent="0" algn="ctr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0" u="none" strike="noStrike" cap="none" spc="0" baseline="0">
                <a:ln>
                  <a:noFill/>
                </a:ln>
                <a:solidFill>
                  <a:srgbClr val="FFFFFF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2pPr>
            <a:lvl3pPr marL="0" marR="0" indent="0" algn="ctr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0" u="none" strike="noStrike" cap="none" spc="0" baseline="0">
                <a:ln>
                  <a:noFill/>
                </a:ln>
                <a:solidFill>
                  <a:srgbClr val="FFFFFF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3pPr>
            <a:lvl4pPr marL="0" marR="0" indent="0" algn="ctr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0" u="none" strike="noStrike" cap="none" spc="0" baseline="0">
                <a:ln>
                  <a:noFill/>
                </a:ln>
                <a:solidFill>
                  <a:srgbClr val="FFFFFF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4pPr>
            <a:lvl5pPr marL="0" marR="0" indent="0" algn="ctr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0" u="none" strike="noStrike" cap="none" spc="0" baseline="0">
                <a:ln>
                  <a:noFill/>
                </a:ln>
                <a:solidFill>
                  <a:srgbClr val="FFFFFF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5pPr>
            <a:lvl6pPr marL="0" marR="0" indent="0" algn="ctr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0" u="none" strike="noStrike" cap="none" spc="0" baseline="0">
                <a:ln>
                  <a:noFill/>
                </a:ln>
                <a:solidFill>
                  <a:srgbClr val="FFFFFF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6pPr>
            <a:lvl7pPr marL="0" marR="0" indent="0" algn="ctr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0" u="none" strike="noStrike" cap="none" spc="0" baseline="0">
                <a:ln>
                  <a:noFill/>
                </a:ln>
                <a:solidFill>
                  <a:srgbClr val="FFFFFF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7pPr>
            <a:lvl8pPr marL="0" marR="0" indent="0" algn="ctr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0" u="none" strike="noStrike" cap="none" spc="0" baseline="0">
                <a:ln>
                  <a:noFill/>
                </a:ln>
                <a:solidFill>
                  <a:srgbClr val="FFFFFF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8pPr>
            <a:lvl9pPr marL="0" marR="0" indent="0" algn="ctr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0" u="none" strike="noStrike" cap="none" spc="0" baseline="0">
                <a:ln>
                  <a:noFill/>
                </a:ln>
                <a:solidFill>
                  <a:srgbClr val="FFFFFF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9pPr>
          </a:lstStyle>
          <a:p>
            <a:pPr marL="0" marR="0" lvl="0" indent="0" algn="ctr" defTabSz="81724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500" b="1" i="1" u="none" strike="noStrike" kern="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Acumin Pro ExtraCondensed Black" panose="020B0608020202020204" pitchFamily="34" charset="77"/>
                <a:ea typeface="StrangerTimes-Regular"/>
                <a:cs typeface="StrangerTimes-Regular"/>
                <a:sym typeface="StrangerTimes-Regular"/>
              </a:rPr>
              <a:t>Table of Contents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12E1BD1-F566-82F9-F6D5-CEBD1C2D382C}"/>
              </a:ext>
            </a:extLst>
          </p:cNvPr>
          <p:cNvSpPr txBox="1"/>
          <p:nvPr/>
        </p:nvSpPr>
        <p:spPr>
          <a:xfrm>
            <a:off x="788988" y="4204804"/>
            <a:ext cx="22560869" cy="671978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857250" marR="0" indent="-857250" algn="just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Char char="Ø"/>
              <a:tabLst/>
            </a:pPr>
            <a:r>
              <a:rPr kumimoji="0" lang="en-US" sz="6000" b="1" i="0" u="none" strike="noStrike" cap="none" spc="0" normalizeH="0" baseline="0" dirty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Introduction</a:t>
            </a:r>
          </a:p>
          <a:p>
            <a:pPr marL="857250" marR="0" indent="-857250" algn="just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Char char="Ø"/>
              <a:tabLst/>
            </a:pPr>
            <a:r>
              <a:rPr lang="en-US" sz="6000" dirty="0">
                <a:solidFill>
                  <a:schemeClr val="tx1">
                    <a:lumMod val="50000"/>
                  </a:schemeClr>
                </a:solidFill>
              </a:rPr>
              <a:t>Section 1</a:t>
            </a:r>
            <a:endParaRPr lang="en-US" sz="4500" dirty="0">
              <a:solidFill>
                <a:schemeClr val="tx1">
                  <a:lumMod val="50000"/>
                </a:schemeClr>
              </a:solidFill>
            </a:endParaRPr>
          </a:p>
          <a:p>
            <a:pPr lvl="2" indent="0" algn="just"/>
            <a:r>
              <a:rPr lang="en-US" sz="4000" dirty="0">
                <a:solidFill>
                  <a:schemeClr val="tx1">
                    <a:lumMod val="50000"/>
                  </a:schemeClr>
                </a:solidFill>
              </a:rPr>
              <a:t>		Subsection 1 Topic</a:t>
            </a:r>
          </a:p>
          <a:p>
            <a:pPr marL="857250" indent="-857250" algn="just">
              <a:buFont typeface="Wingdings" pitchFamily="2" charset="2"/>
              <a:buChar char="Ø"/>
            </a:pPr>
            <a:r>
              <a:rPr lang="en-US" sz="6000" dirty="0">
                <a:solidFill>
                  <a:schemeClr val="tx1"/>
                </a:solidFill>
              </a:rPr>
              <a:t>Section 2</a:t>
            </a:r>
          </a:p>
          <a:p>
            <a:pPr marR="0" algn="just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</a:pPr>
            <a:r>
              <a:rPr lang="en-US" sz="4500" dirty="0">
                <a:solidFill>
                  <a:schemeClr val="tx1"/>
                </a:solidFill>
              </a:rPr>
              <a:t>		</a:t>
            </a:r>
            <a:r>
              <a:rPr lang="en-US" sz="4000" dirty="0">
                <a:solidFill>
                  <a:schemeClr val="tx1"/>
                </a:solidFill>
              </a:rPr>
              <a:t>Subsection 2 Topic</a:t>
            </a:r>
          </a:p>
          <a:p>
            <a:pPr marL="457200" marR="0" indent="-457200" algn="just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Char char="Ø"/>
              <a:tabLst/>
            </a:pPr>
            <a:r>
              <a:rPr lang="en-US" sz="6000" dirty="0">
                <a:solidFill>
                  <a:schemeClr val="tx1">
                    <a:lumMod val="50000"/>
                  </a:schemeClr>
                </a:solidFill>
              </a:rPr>
              <a:t> Section 3</a:t>
            </a:r>
          </a:p>
          <a:p>
            <a:pPr marR="0" algn="just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</a:pPr>
            <a:r>
              <a:rPr lang="en-US" sz="4500" dirty="0">
                <a:solidFill>
                  <a:schemeClr val="tx1">
                    <a:lumMod val="50000"/>
                  </a:schemeClr>
                </a:solidFill>
              </a:rPr>
              <a:t>		</a:t>
            </a:r>
            <a:r>
              <a:rPr lang="en-US" sz="4000" dirty="0">
                <a:solidFill>
                  <a:schemeClr val="tx1">
                    <a:lumMod val="50000"/>
                  </a:schemeClr>
                </a:solidFill>
              </a:rPr>
              <a:t>Subsection 3 Topic</a:t>
            </a:r>
          </a:p>
          <a:p>
            <a:pPr marL="457200" marR="0" indent="-457200" algn="just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Char char="Ø"/>
              <a:tabLst/>
            </a:pPr>
            <a:r>
              <a:rPr lang="en-US" sz="6000" dirty="0">
                <a:solidFill>
                  <a:schemeClr val="tx1">
                    <a:lumMod val="50000"/>
                  </a:schemeClr>
                </a:solidFill>
              </a:rPr>
              <a:t> Conclusions and Next Steps</a:t>
            </a:r>
          </a:p>
        </p:txBody>
      </p:sp>
    </p:spTree>
    <p:extLst>
      <p:ext uri="{BB962C8B-B14F-4D97-AF65-F5344CB8AC3E}">
        <p14:creationId xmlns:p14="http://schemas.microsoft.com/office/powerpoint/2010/main" val="914127058"/>
      </p:ext>
    </p:ext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F0AC7C7-CF66-1466-4818-6E7815D668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his is a section title">
            <a:extLst>
              <a:ext uri="{FF2B5EF4-FFF2-40B4-BE49-F238E27FC236}">
                <a16:creationId xmlns:a16="http://schemas.microsoft.com/office/drawing/2014/main" id="{A11D02FA-C9DC-4704-A4DA-77E0A804449E}"/>
              </a:ext>
            </a:extLst>
          </p:cNvPr>
          <p:cNvSpPr txBox="1"/>
          <p:nvPr/>
        </p:nvSpPr>
        <p:spPr>
          <a:xfrm>
            <a:off x="1224212" y="549243"/>
            <a:ext cx="8083354" cy="400110"/>
          </a:xfrm>
          <a:prstGeom prst="rect">
            <a:avLst/>
          </a:prstGeom>
          <a:ln w="12700">
            <a:noFill/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 anchor="ctr">
            <a:spAutoFit/>
          </a:bodyPr>
          <a:lstStyle>
            <a:lvl1pPr>
              <a:defRPr sz="7500">
                <a:latin typeface="Spectral-Bold"/>
                <a:ea typeface="Spectral-Bold"/>
                <a:cs typeface="Spectral-Bold"/>
                <a:sym typeface="Spectral-Bold"/>
              </a:defRPr>
            </a:lvl1pPr>
          </a:lstStyle>
          <a:p>
            <a:pPr marL="0" marR="0" lvl="0" indent="0" algn="l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1" i="0" u="none" strike="noStrike" kern="0" cap="none" spc="0" normalizeH="0" baseline="0" noProof="0" dirty="0">
                <a:ln>
                  <a:noFill/>
                </a:ln>
                <a:solidFill>
                  <a:srgbClr val="434343"/>
                </a:solidFill>
                <a:effectLst/>
                <a:uLnTx/>
                <a:uFillTx/>
                <a:latin typeface="Acumin Pro Semibold"/>
                <a:sym typeface="Spectral-Bold"/>
              </a:rPr>
              <a:t>Section 2</a:t>
            </a:r>
            <a:endParaRPr kumimoji="0" sz="2600" b="1" i="0" u="none" strike="noStrike" kern="0" cap="none" spc="0" normalizeH="0" baseline="0" noProof="0" dirty="0">
              <a:ln>
                <a:noFill/>
              </a:ln>
              <a:solidFill>
                <a:srgbClr val="434343"/>
              </a:solidFill>
              <a:effectLst/>
              <a:uLnTx/>
              <a:uFillTx/>
              <a:latin typeface="Acumin Pro Semibold" panose="020B0504020202020204" pitchFamily="34" charset="77"/>
              <a:sym typeface="Spectral-Bold"/>
            </a:endParaRPr>
          </a:p>
        </p:txBody>
      </p:sp>
      <p:sp>
        <p:nvSpPr>
          <p:cNvPr id="28" name="This is a Headline">
            <a:extLst>
              <a:ext uri="{FF2B5EF4-FFF2-40B4-BE49-F238E27FC236}">
                <a16:creationId xmlns:a16="http://schemas.microsoft.com/office/drawing/2014/main" id="{98C52F1B-AADC-7567-7018-069058784E4E}"/>
              </a:ext>
            </a:extLst>
          </p:cNvPr>
          <p:cNvSpPr txBox="1">
            <a:spLocks/>
          </p:cNvSpPr>
          <p:nvPr/>
        </p:nvSpPr>
        <p:spPr>
          <a:xfrm>
            <a:off x="1034828" y="1118680"/>
            <a:ext cx="22800532" cy="2522367"/>
          </a:xfrm>
          <a:prstGeom prst="rect">
            <a:avLst/>
          </a:prstGeom>
          <a:ln w="12700">
            <a:noFill/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t">
            <a:noAutofit/>
          </a:bodyPr>
          <a:lstStyle>
            <a:lvl1pPr marL="0" marR="0" indent="0" algn="ctr" defTabSz="817244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9700" b="0" i="0" u="none" strike="noStrike" cap="none" spc="0" baseline="0">
                <a:ln>
                  <a:noFill/>
                </a:ln>
                <a:solidFill>
                  <a:srgbClr val="FFFFFF"/>
                </a:solidFill>
                <a:uFillTx/>
                <a:latin typeface="StrangerTimes-Regular"/>
                <a:ea typeface="StrangerTimes-Regular"/>
                <a:cs typeface="StrangerTimes-Regular"/>
                <a:sym typeface="StrangerTimes-Regular"/>
              </a:defRPr>
            </a:lvl1pPr>
            <a:lvl2pPr marL="0" marR="0" indent="0" algn="ctr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0" u="none" strike="noStrike" cap="none" spc="0" baseline="0">
                <a:ln>
                  <a:noFill/>
                </a:ln>
                <a:solidFill>
                  <a:srgbClr val="FFFFFF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2pPr>
            <a:lvl3pPr marL="0" marR="0" indent="0" algn="ctr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0" u="none" strike="noStrike" cap="none" spc="0" baseline="0">
                <a:ln>
                  <a:noFill/>
                </a:ln>
                <a:solidFill>
                  <a:srgbClr val="FFFFFF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3pPr>
            <a:lvl4pPr marL="0" marR="0" indent="0" algn="ctr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0" u="none" strike="noStrike" cap="none" spc="0" baseline="0">
                <a:ln>
                  <a:noFill/>
                </a:ln>
                <a:solidFill>
                  <a:srgbClr val="FFFFFF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4pPr>
            <a:lvl5pPr marL="0" marR="0" indent="0" algn="ctr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0" u="none" strike="noStrike" cap="none" spc="0" baseline="0">
                <a:ln>
                  <a:noFill/>
                </a:ln>
                <a:solidFill>
                  <a:srgbClr val="FFFFFF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5pPr>
            <a:lvl6pPr marL="0" marR="0" indent="0" algn="ctr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0" u="none" strike="noStrike" cap="none" spc="0" baseline="0">
                <a:ln>
                  <a:noFill/>
                </a:ln>
                <a:solidFill>
                  <a:srgbClr val="FFFFFF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6pPr>
            <a:lvl7pPr marL="0" marR="0" indent="0" algn="ctr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0" u="none" strike="noStrike" cap="none" spc="0" baseline="0">
                <a:ln>
                  <a:noFill/>
                </a:ln>
                <a:solidFill>
                  <a:srgbClr val="FFFFFF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7pPr>
            <a:lvl8pPr marL="0" marR="0" indent="0" algn="ctr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0" u="none" strike="noStrike" cap="none" spc="0" baseline="0">
                <a:ln>
                  <a:noFill/>
                </a:ln>
                <a:solidFill>
                  <a:srgbClr val="FFFFFF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8pPr>
            <a:lvl9pPr marL="0" marR="0" indent="0" algn="ctr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0" u="none" strike="noStrike" cap="none" spc="0" baseline="0">
                <a:ln>
                  <a:noFill/>
                </a:ln>
                <a:solidFill>
                  <a:srgbClr val="FFFFFF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9pPr>
          </a:lstStyle>
          <a:p>
            <a:pPr marL="0" marR="0" lvl="0" indent="0" algn="l" defTabSz="81724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0" b="1" i="1" u="none" strike="noStrike" kern="0" cap="none" spc="0" normalizeH="0" baseline="0" noProof="0" dirty="0">
                <a:ln>
                  <a:noFill/>
                </a:ln>
                <a:solidFill>
                  <a:srgbClr val="6D8D24"/>
                </a:solidFill>
                <a:effectLst/>
                <a:uLnTx/>
                <a:uFillTx/>
                <a:latin typeface="Acumin Pro ExtraCondensed Black" panose="020B0608020202020204" pitchFamily="34" charset="77"/>
                <a:sym typeface="StrangerTimes-Regular"/>
              </a:rPr>
              <a:t>Subsection 2 Statement.</a:t>
            </a:r>
            <a:endParaRPr kumimoji="0" lang="en-US" sz="5000" b="1" i="1" u="none" strike="noStrike" kern="0" cap="none" spc="0" normalizeH="0" baseline="0" noProof="0" dirty="0">
              <a:ln>
                <a:noFill/>
              </a:ln>
              <a:solidFill>
                <a:srgbClr val="6D8D24"/>
              </a:solidFill>
              <a:effectLst/>
              <a:uLnTx/>
              <a:uFillTx/>
              <a:latin typeface="Acumin Pro ExtraCondensed Black" panose="020B0608020202020204" pitchFamily="34" charset="77"/>
              <a:ea typeface="StrangerTimes-Regular"/>
              <a:cs typeface="StrangerTimes-Regular"/>
              <a:sym typeface="StrangerTimes-Regular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E29A7E82-6804-A84F-BE71-77F7030079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13175866"/>
            <a:ext cx="24384000" cy="548640"/>
          </a:xfrm>
          <a:prstGeom prst="rect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ea typeface="+mn-ea"/>
              <a:cs typeface="+mn-cs"/>
              <a:sym typeface="Helvetica Neue Medium"/>
            </a:endParaRP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BA149AD3-8221-C815-E4EE-C97588C4CC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7636" b="-6024"/>
          <a:stretch/>
        </p:blipFill>
        <p:spPr>
          <a:xfrm>
            <a:off x="342431" y="499915"/>
            <a:ext cx="547746" cy="541654"/>
          </a:xfrm>
          <a:prstGeom prst="rect">
            <a:avLst/>
          </a:prstGeom>
        </p:spPr>
      </p:pic>
      <p:sp>
        <p:nvSpPr>
          <p:cNvPr id="26" name="Slide Number Placeholder 4">
            <a:extLst>
              <a:ext uri="{FF2B5EF4-FFF2-40B4-BE49-F238E27FC236}">
                <a16:creationId xmlns:a16="http://schemas.microsoft.com/office/drawing/2014/main" id="{8BDA7FAD-F930-29D0-1C15-45BFFB264150}"/>
              </a:ext>
            </a:extLst>
          </p:cNvPr>
          <p:cNvSpPr txBox="1">
            <a:spLocks/>
          </p:cNvSpPr>
          <p:nvPr/>
        </p:nvSpPr>
        <p:spPr>
          <a:xfrm>
            <a:off x="23835360" y="13175866"/>
            <a:ext cx="548640" cy="548640"/>
          </a:xfrm>
          <a:prstGeom prst="rect">
            <a:avLst/>
          </a:prstGeom>
          <a:solidFill>
            <a:schemeClr val="accent2"/>
          </a:solidFill>
          <a:ln w="12700">
            <a:miter lim="400000"/>
          </a:ln>
        </p:spPr>
        <p:txBody>
          <a:bodyPr wrap="none" lIns="91440" tIns="91440" rIns="91440" bIns="91440" anchor="ctr" anchorCtr="0">
            <a:no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0" marR="0" indent="22860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000" b="1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0" marR="0" indent="45720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000" b="1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0" marR="0" indent="68580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000" b="1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0" marR="0" indent="91440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000" b="1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0" marR="0" indent="114300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000" b="1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0" marR="0" indent="137160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000" b="1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0" marR="0" indent="160020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000" b="1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0" marR="0" indent="182880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000" b="1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6CB4B4D-7CA3-9044-876B-883B54F8677D}" type="slidenum">
              <a:rPr kumimoji="0" lang="en-US" sz="2000" b="1" i="0" u="none" strike="noStrike" kern="0" cap="none" spc="0" normalizeH="0" baseline="0" noProof="0" smtClean="0">
                <a:ln>
                  <a:noFill/>
                </a:ln>
                <a:solidFill>
                  <a:srgbClr val="203920"/>
                </a:solidFill>
                <a:effectLst/>
                <a:uLnTx/>
                <a:uFillTx/>
                <a:latin typeface="Acumin Pro" panose="020B0504020202020204" pitchFamily="34" charset="77"/>
                <a:sym typeface="Helvetica Neue Light"/>
              </a:rPr>
              <a:pPr marL="0" marR="0" lvl="0" indent="0" algn="ctr" defTabSz="8255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2000" b="1" i="0" u="none" strike="noStrike" kern="0" cap="none" spc="0" normalizeH="0" baseline="0" noProof="0" dirty="0">
              <a:ln>
                <a:noFill/>
              </a:ln>
              <a:solidFill>
                <a:srgbClr val="203920"/>
              </a:solidFill>
              <a:effectLst/>
              <a:uLnTx/>
              <a:uFillTx/>
              <a:latin typeface="Acumin Pro" panose="020B0504020202020204" pitchFamily="34" charset="77"/>
              <a:sym typeface="Helvetica Neue Light"/>
            </a:endParaRPr>
          </a:p>
        </p:txBody>
      </p:sp>
    </p:spTree>
    <p:extLst>
      <p:ext uri="{BB962C8B-B14F-4D97-AF65-F5344CB8AC3E}">
        <p14:creationId xmlns:p14="http://schemas.microsoft.com/office/powerpoint/2010/main" val="830112393"/>
      </p:ext>
    </p:extLst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CDAAA9B-44D9-A7D1-C8E4-05DD128C57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his is a Headline">
            <a:extLst>
              <a:ext uri="{FF2B5EF4-FFF2-40B4-BE49-F238E27FC236}">
                <a16:creationId xmlns:a16="http://schemas.microsoft.com/office/drawing/2014/main" id="{F48D5EBD-F24F-B05B-8FDB-CDF436BA3A98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788988" y="694892"/>
            <a:ext cx="15490825" cy="2201862"/>
          </a:xfrm>
          <a:prstGeom prst="rect">
            <a:avLst/>
          </a:prstGeom>
          <a:noFill/>
          <a:ln w="12700">
            <a:noFill/>
            <a:prstDash/>
            <a:miter lim="400000"/>
          </a:ln>
          <a:effectLst/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lvl1pPr marL="0" marR="0" indent="0" algn="ctr" defTabSz="817244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9700" b="0" i="0" u="none" strike="noStrike" cap="none" spc="0" baseline="0">
                <a:ln>
                  <a:noFill/>
                </a:ln>
                <a:solidFill>
                  <a:srgbClr val="FFFFFF"/>
                </a:solidFill>
                <a:uFillTx/>
                <a:latin typeface="StrangerTimes-Regular"/>
                <a:ea typeface="StrangerTimes-Regular"/>
                <a:cs typeface="StrangerTimes-Regular"/>
                <a:sym typeface="StrangerTimes-Regular"/>
              </a:defRPr>
            </a:lvl1pPr>
            <a:lvl2pPr marL="0" marR="0" indent="0" algn="ctr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0" u="none" strike="noStrike" cap="none" spc="0" baseline="0">
                <a:ln>
                  <a:noFill/>
                </a:ln>
                <a:solidFill>
                  <a:srgbClr val="FFFFFF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2pPr>
            <a:lvl3pPr marL="0" marR="0" indent="0" algn="ctr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0" u="none" strike="noStrike" cap="none" spc="0" baseline="0">
                <a:ln>
                  <a:noFill/>
                </a:ln>
                <a:solidFill>
                  <a:srgbClr val="FFFFFF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3pPr>
            <a:lvl4pPr marL="0" marR="0" indent="0" algn="ctr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0" u="none" strike="noStrike" cap="none" spc="0" baseline="0">
                <a:ln>
                  <a:noFill/>
                </a:ln>
                <a:solidFill>
                  <a:srgbClr val="FFFFFF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4pPr>
            <a:lvl5pPr marL="0" marR="0" indent="0" algn="ctr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0" u="none" strike="noStrike" cap="none" spc="0" baseline="0">
                <a:ln>
                  <a:noFill/>
                </a:ln>
                <a:solidFill>
                  <a:srgbClr val="FFFFFF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5pPr>
            <a:lvl6pPr marL="0" marR="0" indent="0" algn="ctr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0" u="none" strike="noStrike" cap="none" spc="0" baseline="0">
                <a:ln>
                  <a:noFill/>
                </a:ln>
                <a:solidFill>
                  <a:srgbClr val="FFFFFF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6pPr>
            <a:lvl7pPr marL="0" marR="0" indent="0" algn="ctr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0" u="none" strike="noStrike" cap="none" spc="0" baseline="0">
                <a:ln>
                  <a:noFill/>
                </a:ln>
                <a:solidFill>
                  <a:srgbClr val="FFFFFF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7pPr>
            <a:lvl8pPr marL="0" marR="0" indent="0" algn="ctr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0" u="none" strike="noStrike" cap="none" spc="0" baseline="0">
                <a:ln>
                  <a:noFill/>
                </a:ln>
                <a:solidFill>
                  <a:srgbClr val="FFFFFF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8pPr>
            <a:lvl9pPr marL="0" marR="0" indent="0" algn="ctr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0" u="none" strike="noStrike" cap="none" spc="0" baseline="0">
                <a:ln>
                  <a:noFill/>
                </a:ln>
                <a:solidFill>
                  <a:srgbClr val="FFFFFF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9pPr>
          </a:lstStyle>
          <a:p>
            <a:pPr marL="0" marR="0" lvl="0" indent="0" algn="ctr" defTabSz="81724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500" b="1" i="1" u="none" strike="noStrike" kern="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Acumin Pro ExtraCondensed Black" panose="020B0608020202020204" pitchFamily="34" charset="77"/>
                <a:ea typeface="StrangerTimes-Regular"/>
                <a:cs typeface="StrangerTimes-Regular"/>
                <a:sym typeface="StrangerTimes-Regular"/>
              </a:rPr>
              <a:t>Table of Contents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F7D124-4E73-7C25-2814-928EEA7001EF}"/>
              </a:ext>
            </a:extLst>
          </p:cNvPr>
          <p:cNvSpPr txBox="1"/>
          <p:nvPr/>
        </p:nvSpPr>
        <p:spPr>
          <a:xfrm>
            <a:off x="788988" y="4204804"/>
            <a:ext cx="22560869" cy="671978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857250" marR="0" indent="-857250" algn="just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Char char="Ø"/>
              <a:tabLst/>
            </a:pPr>
            <a:r>
              <a:rPr kumimoji="0" lang="en-US" sz="6000" b="1" i="0" u="none" strike="noStrike" cap="none" spc="0" normalizeH="0" baseline="0" dirty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Introduction</a:t>
            </a:r>
          </a:p>
          <a:p>
            <a:pPr marL="857250" marR="0" indent="-857250" algn="just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Char char="Ø"/>
              <a:tabLst/>
            </a:pPr>
            <a:r>
              <a:rPr lang="en-US" sz="6000" dirty="0">
                <a:solidFill>
                  <a:schemeClr val="tx1">
                    <a:lumMod val="50000"/>
                  </a:schemeClr>
                </a:solidFill>
              </a:rPr>
              <a:t>Section 1</a:t>
            </a:r>
            <a:endParaRPr lang="en-US" sz="4500" dirty="0">
              <a:solidFill>
                <a:schemeClr val="tx1">
                  <a:lumMod val="50000"/>
                </a:schemeClr>
              </a:solidFill>
            </a:endParaRPr>
          </a:p>
          <a:p>
            <a:pPr lvl="2" indent="0" algn="just"/>
            <a:r>
              <a:rPr lang="en-US" sz="4000" dirty="0">
                <a:solidFill>
                  <a:schemeClr val="tx1">
                    <a:lumMod val="50000"/>
                  </a:schemeClr>
                </a:solidFill>
              </a:rPr>
              <a:t>		Subsection 1 Topic</a:t>
            </a:r>
          </a:p>
          <a:p>
            <a:pPr marL="857250" indent="-857250" algn="just">
              <a:buFont typeface="Wingdings" pitchFamily="2" charset="2"/>
              <a:buChar char="Ø"/>
            </a:pPr>
            <a:r>
              <a:rPr lang="en-US" sz="6000" dirty="0">
                <a:solidFill>
                  <a:schemeClr val="tx1">
                    <a:lumMod val="50000"/>
                  </a:schemeClr>
                </a:solidFill>
              </a:rPr>
              <a:t>Section 2</a:t>
            </a:r>
          </a:p>
          <a:p>
            <a:pPr marR="0" algn="just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</a:pPr>
            <a:r>
              <a:rPr lang="en-US" sz="4500" dirty="0">
                <a:solidFill>
                  <a:schemeClr val="tx1">
                    <a:lumMod val="50000"/>
                  </a:schemeClr>
                </a:solidFill>
              </a:rPr>
              <a:t>		</a:t>
            </a:r>
            <a:r>
              <a:rPr lang="en-US" sz="4000" dirty="0">
                <a:solidFill>
                  <a:schemeClr val="tx1">
                    <a:lumMod val="50000"/>
                  </a:schemeClr>
                </a:solidFill>
              </a:rPr>
              <a:t>Subsection 2 Topic</a:t>
            </a:r>
          </a:p>
          <a:p>
            <a:pPr marL="457200" marR="0" indent="-457200" algn="just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Char char="Ø"/>
              <a:tabLst/>
            </a:pPr>
            <a:r>
              <a:rPr lang="en-US" sz="6000" dirty="0">
                <a:solidFill>
                  <a:schemeClr val="tx1">
                    <a:lumMod val="50000"/>
                  </a:schemeClr>
                </a:solidFill>
              </a:rPr>
              <a:t> </a:t>
            </a:r>
            <a:r>
              <a:rPr lang="en-US" sz="6000" dirty="0">
                <a:solidFill>
                  <a:schemeClr val="tx1"/>
                </a:solidFill>
              </a:rPr>
              <a:t>Section 3</a:t>
            </a:r>
          </a:p>
          <a:p>
            <a:pPr marR="0" algn="just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</a:pPr>
            <a:r>
              <a:rPr lang="en-US" sz="4500" dirty="0">
                <a:solidFill>
                  <a:schemeClr val="tx1"/>
                </a:solidFill>
              </a:rPr>
              <a:t>		</a:t>
            </a:r>
            <a:r>
              <a:rPr lang="en-US" sz="4000" dirty="0">
                <a:solidFill>
                  <a:schemeClr val="tx1"/>
                </a:solidFill>
              </a:rPr>
              <a:t>Subsection 3 Topic</a:t>
            </a:r>
          </a:p>
          <a:p>
            <a:pPr marL="457200" marR="0" indent="-457200" algn="just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Char char="Ø"/>
              <a:tabLst/>
            </a:pPr>
            <a:r>
              <a:rPr lang="en-US" sz="6000" dirty="0">
                <a:solidFill>
                  <a:schemeClr val="tx1">
                    <a:lumMod val="50000"/>
                  </a:schemeClr>
                </a:solidFill>
              </a:rPr>
              <a:t> Conclusions and Next Steps</a:t>
            </a:r>
          </a:p>
        </p:txBody>
      </p:sp>
    </p:spTree>
    <p:extLst>
      <p:ext uri="{BB962C8B-B14F-4D97-AF65-F5344CB8AC3E}">
        <p14:creationId xmlns:p14="http://schemas.microsoft.com/office/powerpoint/2010/main" val="1775574719"/>
      </p:ext>
    </p:extLst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08AED03-0043-E4B7-446E-7FB2C6CC77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his is a section title">
            <a:extLst>
              <a:ext uri="{FF2B5EF4-FFF2-40B4-BE49-F238E27FC236}">
                <a16:creationId xmlns:a16="http://schemas.microsoft.com/office/drawing/2014/main" id="{FDD730B7-1DFA-0FB0-E094-BC7293A48159}"/>
              </a:ext>
            </a:extLst>
          </p:cNvPr>
          <p:cNvSpPr txBox="1"/>
          <p:nvPr/>
        </p:nvSpPr>
        <p:spPr>
          <a:xfrm>
            <a:off x="1224212" y="549243"/>
            <a:ext cx="8083354" cy="400110"/>
          </a:xfrm>
          <a:prstGeom prst="rect">
            <a:avLst/>
          </a:prstGeom>
          <a:ln w="12700">
            <a:noFill/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 anchor="ctr">
            <a:spAutoFit/>
          </a:bodyPr>
          <a:lstStyle>
            <a:lvl1pPr>
              <a:defRPr sz="7500">
                <a:latin typeface="Spectral-Bold"/>
                <a:ea typeface="Spectral-Bold"/>
                <a:cs typeface="Spectral-Bold"/>
                <a:sym typeface="Spectral-Bold"/>
              </a:defRPr>
            </a:lvl1pPr>
          </a:lstStyle>
          <a:p>
            <a:pPr marL="0" marR="0" lvl="0" indent="0" algn="l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1" i="0" u="none" strike="noStrike" kern="0" cap="none" spc="0" normalizeH="0" baseline="0" noProof="0" dirty="0">
                <a:ln>
                  <a:noFill/>
                </a:ln>
                <a:solidFill>
                  <a:srgbClr val="434343"/>
                </a:solidFill>
                <a:effectLst/>
                <a:uLnTx/>
                <a:uFillTx/>
                <a:latin typeface="Acumin Pro Semibold"/>
                <a:sym typeface="Spectral-Bold"/>
              </a:rPr>
              <a:t>Section 3</a:t>
            </a:r>
            <a:endParaRPr kumimoji="0" sz="2600" b="1" i="0" u="none" strike="noStrike" kern="0" cap="none" spc="0" normalizeH="0" baseline="0" noProof="0" dirty="0">
              <a:ln>
                <a:noFill/>
              </a:ln>
              <a:solidFill>
                <a:srgbClr val="434343"/>
              </a:solidFill>
              <a:effectLst/>
              <a:uLnTx/>
              <a:uFillTx/>
              <a:latin typeface="Acumin Pro Semibold" panose="020B0504020202020204" pitchFamily="34" charset="77"/>
              <a:sym typeface="Spectral-Bold"/>
            </a:endParaRPr>
          </a:p>
        </p:txBody>
      </p:sp>
      <p:sp>
        <p:nvSpPr>
          <p:cNvPr id="28" name="This is a Headline">
            <a:extLst>
              <a:ext uri="{FF2B5EF4-FFF2-40B4-BE49-F238E27FC236}">
                <a16:creationId xmlns:a16="http://schemas.microsoft.com/office/drawing/2014/main" id="{CF58AE6B-4632-37A3-27A4-6836A6173660}"/>
              </a:ext>
            </a:extLst>
          </p:cNvPr>
          <p:cNvSpPr txBox="1">
            <a:spLocks/>
          </p:cNvSpPr>
          <p:nvPr/>
        </p:nvSpPr>
        <p:spPr>
          <a:xfrm>
            <a:off x="1034828" y="1118680"/>
            <a:ext cx="22800532" cy="2522367"/>
          </a:xfrm>
          <a:prstGeom prst="rect">
            <a:avLst/>
          </a:prstGeom>
          <a:ln w="12700">
            <a:noFill/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t">
            <a:noAutofit/>
          </a:bodyPr>
          <a:lstStyle>
            <a:lvl1pPr marL="0" marR="0" indent="0" algn="ctr" defTabSz="817244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9700" b="0" i="0" u="none" strike="noStrike" cap="none" spc="0" baseline="0">
                <a:ln>
                  <a:noFill/>
                </a:ln>
                <a:solidFill>
                  <a:srgbClr val="FFFFFF"/>
                </a:solidFill>
                <a:uFillTx/>
                <a:latin typeface="StrangerTimes-Regular"/>
                <a:ea typeface="StrangerTimes-Regular"/>
                <a:cs typeface="StrangerTimes-Regular"/>
                <a:sym typeface="StrangerTimes-Regular"/>
              </a:defRPr>
            </a:lvl1pPr>
            <a:lvl2pPr marL="0" marR="0" indent="0" algn="ctr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0" u="none" strike="noStrike" cap="none" spc="0" baseline="0">
                <a:ln>
                  <a:noFill/>
                </a:ln>
                <a:solidFill>
                  <a:srgbClr val="FFFFFF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2pPr>
            <a:lvl3pPr marL="0" marR="0" indent="0" algn="ctr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0" u="none" strike="noStrike" cap="none" spc="0" baseline="0">
                <a:ln>
                  <a:noFill/>
                </a:ln>
                <a:solidFill>
                  <a:srgbClr val="FFFFFF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3pPr>
            <a:lvl4pPr marL="0" marR="0" indent="0" algn="ctr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0" u="none" strike="noStrike" cap="none" spc="0" baseline="0">
                <a:ln>
                  <a:noFill/>
                </a:ln>
                <a:solidFill>
                  <a:srgbClr val="FFFFFF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4pPr>
            <a:lvl5pPr marL="0" marR="0" indent="0" algn="ctr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0" u="none" strike="noStrike" cap="none" spc="0" baseline="0">
                <a:ln>
                  <a:noFill/>
                </a:ln>
                <a:solidFill>
                  <a:srgbClr val="FFFFFF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5pPr>
            <a:lvl6pPr marL="0" marR="0" indent="0" algn="ctr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0" u="none" strike="noStrike" cap="none" spc="0" baseline="0">
                <a:ln>
                  <a:noFill/>
                </a:ln>
                <a:solidFill>
                  <a:srgbClr val="FFFFFF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6pPr>
            <a:lvl7pPr marL="0" marR="0" indent="0" algn="ctr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0" u="none" strike="noStrike" cap="none" spc="0" baseline="0">
                <a:ln>
                  <a:noFill/>
                </a:ln>
                <a:solidFill>
                  <a:srgbClr val="FFFFFF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7pPr>
            <a:lvl8pPr marL="0" marR="0" indent="0" algn="ctr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0" u="none" strike="noStrike" cap="none" spc="0" baseline="0">
                <a:ln>
                  <a:noFill/>
                </a:ln>
                <a:solidFill>
                  <a:srgbClr val="FFFFFF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8pPr>
            <a:lvl9pPr marL="0" marR="0" indent="0" algn="ctr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0" u="none" strike="noStrike" cap="none" spc="0" baseline="0">
                <a:ln>
                  <a:noFill/>
                </a:ln>
                <a:solidFill>
                  <a:srgbClr val="FFFFFF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9pPr>
          </a:lstStyle>
          <a:p>
            <a:pPr marL="0" marR="0" lvl="0" indent="0" algn="l" defTabSz="81724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0" b="1" i="1" u="none" strike="noStrike" kern="0" cap="none" spc="0" normalizeH="0" baseline="0" noProof="0" dirty="0">
                <a:ln>
                  <a:noFill/>
                </a:ln>
                <a:solidFill>
                  <a:srgbClr val="6D8D24"/>
                </a:solidFill>
                <a:effectLst/>
                <a:uLnTx/>
                <a:uFillTx/>
                <a:latin typeface="Acumin Pro ExtraCondensed Black" panose="020B0608020202020204" pitchFamily="34" charset="77"/>
                <a:sym typeface="StrangerTimes-Regular"/>
              </a:rPr>
              <a:t>Subsection 3 Statement.</a:t>
            </a:r>
            <a:endParaRPr kumimoji="0" lang="en-US" sz="5000" b="1" i="1" u="none" strike="noStrike" kern="0" cap="none" spc="0" normalizeH="0" baseline="0" noProof="0" dirty="0">
              <a:ln>
                <a:noFill/>
              </a:ln>
              <a:solidFill>
                <a:srgbClr val="6D8D24"/>
              </a:solidFill>
              <a:effectLst/>
              <a:uLnTx/>
              <a:uFillTx/>
              <a:latin typeface="Acumin Pro ExtraCondensed Black" panose="020B0608020202020204" pitchFamily="34" charset="77"/>
              <a:ea typeface="StrangerTimes-Regular"/>
              <a:cs typeface="StrangerTimes-Regular"/>
              <a:sym typeface="StrangerTimes-Regular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F6E92C28-F80C-FB48-DBE8-59EB029E6C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13175866"/>
            <a:ext cx="24384000" cy="548640"/>
          </a:xfrm>
          <a:prstGeom prst="rect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ea typeface="+mn-ea"/>
              <a:cs typeface="+mn-cs"/>
              <a:sym typeface="Helvetica Neue Medium"/>
            </a:endParaRP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8A6A0BCF-D171-F689-0FE7-21226795F6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7636" b="-6024"/>
          <a:stretch/>
        </p:blipFill>
        <p:spPr>
          <a:xfrm>
            <a:off x="342431" y="499915"/>
            <a:ext cx="547746" cy="541654"/>
          </a:xfrm>
          <a:prstGeom prst="rect">
            <a:avLst/>
          </a:prstGeom>
        </p:spPr>
      </p:pic>
      <p:sp>
        <p:nvSpPr>
          <p:cNvPr id="26" name="Slide Number Placeholder 4">
            <a:extLst>
              <a:ext uri="{FF2B5EF4-FFF2-40B4-BE49-F238E27FC236}">
                <a16:creationId xmlns:a16="http://schemas.microsoft.com/office/drawing/2014/main" id="{6FFBE5FF-8ECB-76BB-2380-891E600FF0AF}"/>
              </a:ext>
            </a:extLst>
          </p:cNvPr>
          <p:cNvSpPr txBox="1">
            <a:spLocks/>
          </p:cNvSpPr>
          <p:nvPr/>
        </p:nvSpPr>
        <p:spPr>
          <a:xfrm>
            <a:off x="23835360" y="13175866"/>
            <a:ext cx="548640" cy="548640"/>
          </a:xfrm>
          <a:prstGeom prst="rect">
            <a:avLst/>
          </a:prstGeom>
          <a:solidFill>
            <a:schemeClr val="accent2"/>
          </a:solidFill>
          <a:ln w="12700">
            <a:miter lim="400000"/>
          </a:ln>
        </p:spPr>
        <p:txBody>
          <a:bodyPr wrap="none" lIns="91440" tIns="91440" rIns="91440" bIns="91440" anchor="ctr" anchorCtr="0">
            <a:no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0" marR="0" indent="22860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000" b="1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0" marR="0" indent="45720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000" b="1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0" marR="0" indent="68580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000" b="1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0" marR="0" indent="91440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000" b="1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0" marR="0" indent="114300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000" b="1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0" marR="0" indent="137160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000" b="1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0" marR="0" indent="160020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000" b="1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0" marR="0" indent="182880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000" b="1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6CB4B4D-7CA3-9044-876B-883B54F8677D}" type="slidenum">
              <a:rPr kumimoji="0" lang="en-US" sz="2000" b="1" i="0" u="none" strike="noStrike" kern="0" cap="none" spc="0" normalizeH="0" baseline="0" noProof="0" smtClean="0">
                <a:ln>
                  <a:noFill/>
                </a:ln>
                <a:solidFill>
                  <a:srgbClr val="203920"/>
                </a:solidFill>
                <a:effectLst/>
                <a:uLnTx/>
                <a:uFillTx/>
                <a:latin typeface="Acumin Pro" panose="020B0504020202020204" pitchFamily="34" charset="77"/>
                <a:sym typeface="Helvetica Neue Light"/>
              </a:rPr>
              <a:pPr marL="0" marR="0" lvl="0" indent="0" algn="ctr" defTabSz="8255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2000" b="1" i="0" u="none" strike="noStrike" kern="0" cap="none" spc="0" normalizeH="0" baseline="0" noProof="0" dirty="0">
              <a:ln>
                <a:noFill/>
              </a:ln>
              <a:solidFill>
                <a:srgbClr val="203920"/>
              </a:solidFill>
              <a:effectLst/>
              <a:uLnTx/>
              <a:uFillTx/>
              <a:latin typeface="Acumin Pro" panose="020B0504020202020204" pitchFamily="34" charset="77"/>
              <a:sym typeface="Helvetica Neue Light"/>
            </a:endParaRPr>
          </a:p>
        </p:txBody>
      </p:sp>
    </p:spTree>
    <p:extLst>
      <p:ext uri="{BB962C8B-B14F-4D97-AF65-F5344CB8AC3E}">
        <p14:creationId xmlns:p14="http://schemas.microsoft.com/office/powerpoint/2010/main" val="3841875153"/>
      </p:ext>
    </p:extLst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1F22306-CBA5-56B6-9F7B-84ED7C097F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his is a Headline">
            <a:extLst>
              <a:ext uri="{FF2B5EF4-FFF2-40B4-BE49-F238E27FC236}">
                <a16:creationId xmlns:a16="http://schemas.microsoft.com/office/drawing/2014/main" id="{C5A04F31-04AA-F918-43DB-0DCCF8CA4AD2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788988" y="694892"/>
            <a:ext cx="15490825" cy="2201862"/>
          </a:xfrm>
          <a:prstGeom prst="rect">
            <a:avLst/>
          </a:prstGeom>
          <a:noFill/>
          <a:ln w="12700">
            <a:noFill/>
            <a:prstDash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lvl1pPr marL="0" marR="0" indent="0" algn="ctr" defTabSz="817244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9700" b="0" i="0" u="none" strike="noStrike" cap="none" spc="0" baseline="0">
                <a:ln>
                  <a:noFill/>
                </a:ln>
                <a:solidFill>
                  <a:srgbClr val="FFFFFF"/>
                </a:solidFill>
                <a:uFillTx/>
                <a:latin typeface="StrangerTimes-Regular"/>
                <a:ea typeface="StrangerTimes-Regular"/>
                <a:cs typeface="StrangerTimes-Regular"/>
                <a:sym typeface="StrangerTimes-Regular"/>
              </a:defRPr>
            </a:lvl1pPr>
            <a:lvl2pPr marL="0" marR="0" indent="0" algn="ctr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0" u="none" strike="noStrike" cap="none" spc="0" baseline="0">
                <a:ln>
                  <a:noFill/>
                </a:ln>
                <a:solidFill>
                  <a:srgbClr val="FFFFFF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2pPr>
            <a:lvl3pPr marL="0" marR="0" indent="0" algn="ctr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0" u="none" strike="noStrike" cap="none" spc="0" baseline="0">
                <a:ln>
                  <a:noFill/>
                </a:ln>
                <a:solidFill>
                  <a:srgbClr val="FFFFFF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3pPr>
            <a:lvl4pPr marL="0" marR="0" indent="0" algn="ctr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0" u="none" strike="noStrike" cap="none" spc="0" baseline="0">
                <a:ln>
                  <a:noFill/>
                </a:ln>
                <a:solidFill>
                  <a:srgbClr val="FFFFFF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4pPr>
            <a:lvl5pPr marL="0" marR="0" indent="0" algn="ctr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0" u="none" strike="noStrike" cap="none" spc="0" baseline="0">
                <a:ln>
                  <a:noFill/>
                </a:ln>
                <a:solidFill>
                  <a:srgbClr val="FFFFFF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5pPr>
            <a:lvl6pPr marL="0" marR="0" indent="0" algn="ctr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0" u="none" strike="noStrike" cap="none" spc="0" baseline="0">
                <a:ln>
                  <a:noFill/>
                </a:ln>
                <a:solidFill>
                  <a:srgbClr val="FFFFFF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6pPr>
            <a:lvl7pPr marL="0" marR="0" indent="0" algn="ctr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0" u="none" strike="noStrike" cap="none" spc="0" baseline="0">
                <a:ln>
                  <a:noFill/>
                </a:ln>
                <a:solidFill>
                  <a:srgbClr val="FFFFFF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7pPr>
            <a:lvl8pPr marL="0" marR="0" indent="0" algn="ctr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0" u="none" strike="noStrike" cap="none" spc="0" baseline="0">
                <a:ln>
                  <a:noFill/>
                </a:ln>
                <a:solidFill>
                  <a:srgbClr val="FFFFFF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8pPr>
            <a:lvl9pPr marL="0" marR="0" indent="0" algn="ctr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0" u="none" strike="noStrike" cap="none" spc="0" baseline="0">
                <a:ln>
                  <a:noFill/>
                </a:ln>
                <a:solidFill>
                  <a:srgbClr val="FFFFFF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9pPr>
          </a:lstStyle>
          <a:p>
            <a:pPr marL="0" marR="0" lvl="0" indent="0" algn="ctr" defTabSz="81724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500" b="1" i="1" u="none" strike="noStrike" kern="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Acumin Pro ExtraCondensed Black" panose="020B0608020202020204" pitchFamily="34" charset="77"/>
                <a:ea typeface="StrangerTimes-Regular"/>
                <a:cs typeface="StrangerTimes-Regular"/>
                <a:sym typeface="StrangerTimes-Regular"/>
              </a:rPr>
              <a:t>Table of Contents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DB354B0-8EFC-C95D-6DB4-A9F7DA94A051}"/>
              </a:ext>
            </a:extLst>
          </p:cNvPr>
          <p:cNvSpPr txBox="1"/>
          <p:nvPr/>
        </p:nvSpPr>
        <p:spPr>
          <a:xfrm>
            <a:off x="788988" y="4204804"/>
            <a:ext cx="22560869" cy="671978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857250" marR="0" indent="-857250" algn="just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Char char="Ø"/>
              <a:tabLst/>
            </a:pPr>
            <a:r>
              <a:rPr kumimoji="0" lang="en-US" sz="6000" b="1" i="0" u="none" strike="noStrike" cap="none" spc="0" normalizeH="0" baseline="0" dirty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Introduction</a:t>
            </a:r>
          </a:p>
          <a:p>
            <a:pPr marL="857250" marR="0" indent="-857250" algn="just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Char char="Ø"/>
              <a:tabLst/>
            </a:pPr>
            <a:r>
              <a:rPr lang="en-US" sz="6000" dirty="0">
                <a:solidFill>
                  <a:schemeClr val="tx1">
                    <a:lumMod val="50000"/>
                  </a:schemeClr>
                </a:solidFill>
              </a:rPr>
              <a:t>Section 1</a:t>
            </a:r>
            <a:endParaRPr lang="en-US" sz="4500" dirty="0">
              <a:solidFill>
                <a:schemeClr val="tx1">
                  <a:lumMod val="50000"/>
                </a:schemeClr>
              </a:solidFill>
            </a:endParaRPr>
          </a:p>
          <a:p>
            <a:pPr lvl="2" indent="0" algn="just"/>
            <a:r>
              <a:rPr lang="en-US" sz="4000" dirty="0">
                <a:solidFill>
                  <a:schemeClr val="tx1">
                    <a:lumMod val="50000"/>
                  </a:schemeClr>
                </a:solidFill>
              </a:rPr>
              <a:t>		Subsection 1 Topic</a:t>
            </a:r>
          </a:p>
          <a:p>
            <a:pPr marL="857250" indent="-857250" algn="just">
              <a:buFont typeface="Wingdings" pitchFamily="2" charset="2"/>
              <a:buChar char="Ø"/>
            </a:pPr>
            <a:r>
              <a:rPr lang="en-US" sz="6000" dirty="0">
                <a:solidFill>
                  <a:schemeClr val="tx1">
                    <a:lumMod val="50000"/>
                  </a:schemeClr>
                </a:solidFill>
              </a:rPr>
              <a:t>Section 2</a:t>
            </a:r>
          </a:p>
          <a:p>
            <a:pPr marR="0" algn="just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</a:pPr>
            <a:r>
              <a:rPr lang="en-US" sz="4500" dirty="0">
                <a:solidFill>
                  <a:schemeClr val="tx1">
                    <a:lumMod val="50000"/>
                  </a:schemeClr>
                </a:solidFill>
              </a:rPr>
              <a:t>		</a:t>
            </a:r>
            <a:r>
              <a:rPr lang="en-US" sz="4000" dirty="0">
                <a:solidFill>
                  <a:schemeClr val="tx1">
                    <a:lumMod val="50000"/>
                  </a:schemeClr>
                </a:solidFill>
              </a:rPr>
              <a:t>Subsection 2 Topic</a:t>
            </a:r>
          </a:p>
          <a:p>
            <a:pPr marL="457200" marR="0" indent="-457200" algn="just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Char char="Ø"/>
              <a:tabLst/>
            </a:pPr>
            <a:r>
              <a:rPr lang="en-US" sz="6000" dirty="0">
                <a:solidFill>
                  <a:schemeClr val="tx1">
                    <a:lumMod val="50000"/>
                  </a:schemeClr>
                </a:solidFill>
              </a:rPr>
              <a:t> Section 3</a:t>
            </a:r>
          </a:p>
          <a:p>
            <a:pPr marR="0" algn="just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</a:pPr>
            <a:r>
              <a:rPr lang="en-US" sz="4500" dirty="0">
                <a:solidFill>
                  <a:schemeClr val="tx1">
                    <a:lumMod val="50000"/>
                  </a:schemeClr>
                </a:solidFill>
              </a:rPr>
              <a:t>		</a:t>
            </a:r>
            <a:r>
              <a:rPr lang="en-US" sz="4000" dirty="0">
                <a:solidFill>
                  <a:schemeClr val="tx1">
                    <a:lumMod val="50000"/>
                  </a:schemeClr>
                </a:solidFill>
              </a:rPr>
              <a:t>Subsection 3 Topic </a:t>
            </a:r>
          </a:p>
          <a:p>
            <a:pPr marL="457200" marR="0" indent="-457200" algn="just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Char char="Ø"/>
              <a:tabLst/>
            </a:pPr>
            <a:r>
              <a:rPr lang="en-US" sz="6000" dirty="0">
                <a:solidFill>
                  <a:schemeClr val="tx1">
                    <a:lumMod val="50000"/>
                  </a:schemeClr>
                </a:solidFill>
              </a:rPr>
              <a:t> </a:t>
            </a:r>
            <a:r>
              <a:rPr lang="en-US" sz="6000" dirty="0">
                <a:solidFill>
                  <a:schemeClr val="tx1"/>
                </a:solidFill>
              </a:rPr>
              <a:t>Conclusions and Next Steps</a:t>
            </a:r>
          </a:p>
        </p:txBody>
      </p:sp>
    </p:spTree>
    <p:extLst>
      <p:ext uri="{BB962C8B-B14F-4D97-AF65-F5344CB8AC3E}">
        <p14:creationId xmlns:p14="http://schemas.microsoft.com/office/powerpoint/2010/main" val="571124634"/>
      </p:ext>
    </p:extLst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E5B46EC-6E98-3FBF-3164-550CDD4AEE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his is a section title">
            <a:extLst>
              <a:ext uri="{FF2B5EF4-FFF2-40B4-BE49-F238E27FC236}">
                <a16:creationId xmlns:a16="http://schemas.microsoft.com/office/drawing/2014/main" id="{01CF21D4-096C-1EAA-B3CF-5D2350E8A6F6}"/>
              </a:ext>
            </a:extLst>
          </p:cNvPr>
          <p:cNvSpPr txBox="1"/>
          <p:nvPr/>
        </p:nvSpPr>
        <p:spPr>
          <a:xfrm>
            <a:off x="1224212" y="549243"/>
            <a:ext cx="8083354" cy="400110"/>
          </a:xfrm>
          <a:prstGeom prst="rect">
            <a:avLst/>
          </a:prstGeom>
          <a:ln w="12700">
            <a:noFill/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 anchor="ctr">
            <a:spAutoFit/>
          </a:bodyPr>
          <a:lstStyle>
            <a:lvl1pPr>
              <a:defRPr sz="7500">
                <a:latin typeface="Spectral-Bold"/>
                <a:ea typeface="Spectral-Bold"/>
                <a:cs typeface="Spectral-Bold"/>
                <a:sym typeface="Spectral-Bold"/>
              </a:defRPr>
            </a:lvl1pPr>
          </a:lstStyle>
          <a:p>
            <a:pPr algn="l"/>
            <a:r>
              <a:rPr lang="en-US" sz="2600" dirty="0">
                <a:solidFill>
                  <a:schemeClr val="bg2"/>
                </a:solidFill>
                <a:latin typeface="Acumin Pro Semibold"/>
              </a:rPr>
              <a:t>Conclusion and Next Steps</a:t>
            </a:r>
            <a:endParaRPr lang="en-US" sz="2600" dirty="0">
              <a:solidFill>
                <a:schemeClr val="bg2"/>
              </a:solidFill>
              <a:latin typeface="Acumin Pro Semibold" panose="020B0504020202020204" pitchFamily="34" charset="77"/>
            </a:endParaRPr>
          </a:p>
        </p:txBody>
      </p:sp>
      <p:sp>
        <p:nvSpPr>
          <p:cNvPr id="28" name="This is a Headline">
            <a:extLst>
              <a:ext uri="{FF2B5EF4-FFF2-40B4-BE49-F238E27FC236}">
                <a16:creationId xmlns:a16="http://schemas.microsoft.com/office/drawing/2014/main" id="{1072DE17-3047-6FA3-72AF-D63050DBA2B4}"/>
              </a:ext>
            </a:extLst>
          </p:cNvPr>
          <p:cNvSpPr txBox="1">
            <a:spLocks/>
          </p:cNvSpPr>
          <p:nvPr/>
        </p:nvSpPr>
        <p:spPr>
          <a:xfrm>
            <a:off x="1034828" y="1118680"/>
            <a:ext cx="22800532" cy="2522367"/>
          </a:xfrm>
          <a:prstGeom prst="rect">
            <a:avLst/>
          </a:prstGeom>
          <a:ln w="12700">
            <a:noFill/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t">
            <a:noAutofit/>
          </a:bodyPr>
          <a:lstStyle>
            <a:lvl1pPr marL="0" marR="0" indent="0" algn="ctr" defTabSz="817244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9700" b="0" i="0" u="none" strike="noStrike" cap="none" spc="0" baseline="0">
                <a:ln>
                  <a:noFill/>
                </a:ln>
                <a:solidFill>
                  <a:srgbClr val="FFFFFF"/>
                </a:solidFill>
                <a:uFillTx/>
                <a:latin typeface="StrangerTimes-Regular"/>
                <a:ea typeface="StrangerTimes-Regular"/>
                <a:cs typeface="StrangerTimes-Regular"/>
                <a:sym typeface="StrangerTimes-Regular"/>
              </a:defRPr>
            </a:lvl1pPr>
            <a:lvl2pPr marL="0" marR="0" indent="0" algn="ctr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0" u="none" strike="noStrike" cap="none" spc="0" baseline="0">
                <a:ln>
                  <a:noFill/>
                </a:ln>
                <a:solidFill>
                  <a:srgbClr val="FFFFFF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2pPr>
            <a:lvl3pPr marL="0" marR="0" indent="0" algn="ctr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0" u="none" strike="noStrike" cap="none" spc="0" baseline="0">
                <a:ln>
                  <a:noFill/>
                </a:ln>
                <a:solidFill>
                  <a:srgbClr val="FFFFFF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3pPr>
            <a:lvl4pPr marL="0" marR="0" indent="0" algn="ctr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0" u="none" strike="noStrike" cap="none" spc="0" baseline="0">
                <a:ln>
                  <a:noFill/>
                </a:ln>
                <a:solidFill>
                  <a:srgbClr val="FFFFFF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4pPr>
            <a:lvl5pPr marL="0" marR="0" indent="0" algn="ctr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0" u="none" strike="noStrike" cap="none" spc="0" baseline="0">
                <a:ln>
                  <a:noFill/>
                </a:ln>
                <a:solidFill>
                  <a:srgbClr val="FFFFFF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5pPr>
            <a:lvl6pPr marL="0" marR="0" indent="0" algn="ctr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0" u="none" strike="noStrike" cap="none" spc="0" baseline="0">
                <a:ln>
                  <a:noFill/>
                </a:ln>
                <a:solidFill>
                  <a:srgbClr val="FFFFFF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6pPr>
            <a:lvl7pPr marL="0" marR="0" indent="0" algn="ctr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0" u="none" strike="noStrike" cap="none" spc="0" baseline="0">
                <a:ln>
                  <a:noFill/>
                </a:ln>
                <a:solidFill>
                  <a:srgbClr val="FFFFFF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7pPr>
            <a:lvl8pPr marL="0" marR="0" indent="0" algn="ctr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0" u="none" strike="noStrike" cap="none" spc="0" baseline="0">
                <a:ln>
                  <a:noFill/>
                </a:ln>
                <a:solidFill>
                  <a:srgbClr val="FFFFFF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8pPr>
            <a:lvl9pPr marL="0" marR="0" indent="0" algn="ctr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0" u="none" strike="noStrike" cap="none" spc="0" baseline="0">
                <a:ln>
                  <a:noFill/>
                </a:ln>
                <a:solidFill>
                  <a:srgbClr val="FFFFFF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9pPr>
          </a:lstStyle>
          <a:p>
            <a:pPr marL="0" marR="0" lvl="0" indent="0" algn="l" defTabSz="81724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0" b="1" i="1" u="none" strike="noStrike" kern="0" cap="none" spc="0" normalizeH="0" baseline="0" noProof="0" dirty="0">
                <a:ln>
                  <a:noFill/>
                </a:ln>
                <a:solidFill>
                  <a:srgbClr val="6D8D24"/>
                </a:solidFill>
                <a:effectLst/>
                <a:uLnTx/>
                <a:uFillTx/>
                <a:latin typeface="Acumin Pro ExtraCondensed Black" panose="020B0608020202020204" pitchFamily="34" charset="77"/>
                <a:sym typeface="StrangerTimes-Regular"/>
              </a:rPr>
              <a:t>Conclusion Statement</a:t>
            </a:r>
            <a:endParaRPr kumimoji="0" lang="en-US" sz="5000" b="1" i="1" u="none" strike="noStrike" kern="0" cap="none" spc="0" normalizeH="0" baseline="0" noProof="0" dirty="0">
              <a:ln>
                <a:noFill/>
              </a:ln>
              <a:solidFill>
                <a:srgbClr val="6D8D24"/>
              </a:solidFill>
              <a:effectLst/>
              <a:uLnTx/>
              <a:uFillTx/>
              <a:latin typeface="Acumin Pro ExtraCondensed Black" panose="020B0608020202020204" pitchFamily="34" charset="77"/>
              <a:ea typeface="StrangerTimes-Regular"/>
              <a:cs typeface="StrangerTimes-Regular"/>
              <a:sym typeface="StrangerTimes-Regular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17187DA1-8532-58DB-46F7-E5E7F507DD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13175866"/>
            <a:ext cx="24384000" cy="548640"/>
          </a:xfrm>
          <a:prstGeom prst="rect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ea typeface="+mn-ea"/>
              <a:cs typeface="+mn-cs"/>
              <a:sym typeface="Helvetica Neue Medium"/>
            </a:endParaRP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8044DF6C-A555-9D45-EBDA-C82ECD657B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7636" b="-6024"/>
          <a:stretch/>
        </p:blipFill>
        <p:spPr>
          <a:xfrm>
            <a:off x="342431" y="499915"/>
            <a:ext cx="547746" cy="541654"/>
          </a:xfrm>
          <a:prstGeom prst="rect">
            <a:avLst/>
          </a:prstGeom>
        </p:spPr>
      </p:pic>
      <p:sp>
        <p:nvSpPr>
          <p:cNvPr id="26" name="Slide Number Placeholder 4">
            <a:extLst>
              <a:ext uri="{FF2B5EF4-FFF2-40B4-BE49-F238E27FC236}">
                <a16:creationId xmlns:a16="http://schemas.microsoft.com/office/drawing/2014/main" id="{743A444B-0D6A-6799-D23E-65F3E2D88B14}"/>
              </a:ext>
            </a:extLst>
          </p:cNvPr>
          <p:cNvSpPr txBox="1">
            <a:spLocks/>
          </p:cNvSpPr>
          <p:nvPr/>
        </p:nvSpPr>
        <p:spPr>
          <a:xfrm>
            <a:off x="23835360" y="13175866"/>
            <a:ext cx="548640" cy="548640"/>
          </a:xfrm>
          <a:prstGeom prst="rect">
            <a:avLst/>
          </a:prstGeom>
          <a:solidFill>
            <a:schemeClr val="accent2"/>
          </a:solidFill>
          <a:ln w="12700">
            <a:miter lim="400000"/>
          </a:ln>
        </p:spPr>
        <p:txBody>
          <a:bodyPr wrap="none" lIns="91440" tIns="91440" rIns="91440" bIns="91440" anchor="ctr" anchorCtr="0">
            <a:no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0" marR="0" indent="22860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000" b="1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0" marR="0" indent="45720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000" b="1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0" marR="0" indent="68580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000" b="1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0" marR="0" indent="91440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000" b="1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0" marR="0" indent="114300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000" b="1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0" marR="0" indent="137160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000" b="1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0" marR="0" indent="160020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000" b="1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0" marR="0" indent="182880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000" b="1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6CB4B4D-7CA3-9044-876B-883B54F8677D}" type="slidenum">
              <a:rPr kumimoji="0" lang="en-US" sz="2000" b="1" i="0" u="none" strike="noStrike" kern="0" cap="none" spc="0" normalizeH="0" baseline="0" noProof="0" smtClean="0">
                <a:ln>
                  <a:noFill/>
                </a:ln>
                <a:solidFill>
                  <a:srgbClr val="203920"/>
                </a:solidFill>
                <a:effectLst/>
                <a:uLnTx/>
                <a:uFillTx/>
                <a:latin typeface="Acumin Pro" panose="020B0504020202020204" pitchFamily="34" charset="77"/>
                <a:sym typeface="Helvetica Neue Light"/>
              </a:rPr>
              <a:pPr marL="0" marR="0" lvl="0" indent="0" algn="ctr" defTabSz="8255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2000" b="1" i="0" u="none" strike="noStrike" kern="0" cap="none" spc="0" normalizeH="0" baseline="0" noProof="0" dirty="0">
              <a:ln>
                <a:noFill/>
              </a:ln>
              <a:solidFill>
                <a:srgbClr val="203920"/>
              </a:solidFill>
              <a:effectLst/>
              <a:uLnTx/>
              <a:uFillTx/>
              <a:latin typeface="Acumin Pro" panose="020B0504020202020204" pitchFamily="34" charset="77"/>
              <a:sym typeface="Helvetica Neue Light"/>
            </a:endParaRPr>
          </a:p>
        </p:txBody>
      </p:sp>
    </p:spTree>
    <p:extLst>
      <p:ext uri="{BB962C8B-B14F-4D97-AF65-F5344CB8AC3E}">
        <p14:creationId xmlns:p14="http://schemas.microsoft.com/office/powerpoint/2010/main" val="1801627854"/>
      </p:ext>
    </p:extLst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72B3664-D909-8D71-E02D-D5BE0E048D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his is a section title">
            <a:extLst>
              <a:ext uri="{FF2B5EF4-FFF2-40B4-BE49-F238E27FC236}">
                <a16:creationId xmlns:a16="http://schemas.microsoft.com/office/drawing/2014/main" id="{BEB13644-86ED-1393-36FF-8A43C8BFB2D3}"/>
              </a:ext>
            </a:extLst>
          </p:cNvPr>
          <p:cNvSpPr txBox="1"/>
          <p:nvPr/>
        </p:nvSpPr>
        <p:spPr>
          <a:xfrm>
            <a:off x="1224212" y="549243"/>
            <a:ext cx="8083354" cy="400110"/>
          </a:xfrm>
          <a:prstGeom prst="rect">
            <a:avLst/>
          </a:prstGeom>
          <a:ln w="12700">
            <a:noFill/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 anchor="ctr">
            <a:spAutoFit/>
          </a:bodyPr>
          <a:lstStyle>
            <a:lvl1pPr>
              <a:defRPr sz="7500">
                <a:latin typeface="Spectral-Bold"/>
                <a:ea typeface="Spectral-Bold"/>
                <a:cs typeface="Spectral-Bold"/>
                <a:sym typeface="Spectral-Bold"/>
              </a:defRPr>
            </a:lvl1pPr>
          </a:lstStyle>
          <a:p>
            <a:pPr algn="l"/>
            <a:r>
              <a:rPr lang="en-US" sz="2600" dirty="0">
                <a:solidFill>
                  <a:schemeClr val="bg2"/>
                </a:solidFill>
                <a:latin typeface="Acumin Pro Semibold"/>
              </a:rPr>
              <a:t>References</a:t>
            </a:r>
            <a:endParaRPr lang="en-US" sz="2600" dirty="0">
              <a:solidFill>
                <a:schemeClr val="bg2"/>
              </a:solidFill>
              <a:latin typeface="Acumin Pro Semibold" panose="020B0504020202020204" pitchFamily="34" charset="77"/>
            </a:endParaRPr>
          </a:p>
        </p:txBody>
      </p:sp>
      <p:sp>
        <p:nvSpPr>
          <p:cNvPr id="28" name="This is a Headline">
            <a:extLst>
              <a:ext uri="{FF2B5EF4-FFF2-40B4-BE49-F238E27FC236}">
                <a16:creationId xmlns:a16="http://schemas.microsoft.com/office/drawing/2014/main" id="{FE5118FD-4D2B-E179-B5BC-FD9401C17AEB}"/>
              </a:ext>
            </a:extLst>
          </p:cNvPr>
          <p:cNvSpPr txBox="1">
            <a:spLocks/>
          </p:cNvSpPr>
          <p:nvPr/>
        </p:nvSpPr>
        <p:spPr>
          <a:xfrm>
            <a:off x="1034828" y="1118680"/>
            <a:ext cx="22800532" cy="2522367"/>
          </a:xfrm>
          <a:prstGeom prst="rect">
            <a:avLst/>
          </a:prstGeom>
          <a:ln w="12700">
            <a:noFill/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t">
            <a:noAutofit/>
          </a:bodyPr>
          <a:lstStyle>
            <a:lvl1pPr marL="0" marR="0" indent="0" algn="ctr" defTabSz="817244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9700" b="0" i="0" u="none" strike="noStrike" cap="none" spc="0" baseline="0">
                <a:ln>
                  <a:noFill/>
                </a:ln>
                <a:solidFill>
                  <a:srgbClr val="FFFFFF"/>
                </a:solidFill>
                <a:uFillTx/>
                <a:latin typeface="StrangerTimes-Regular"/>
                <a:ea typeface="StrangerTimes-Regular"/>
                <a:cs typeface="StrangerTimes-Regular"/>
                <a:sym typeface="StrangerTimes-Regular"/>
              </a:defRPr>
            </a:lvl1pPr>
            <a:lvl2pPr marL="0" marR="0" indent="0" algn="ctr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0" u="none" strike="noStrike" cap="none" spc="0" baseline="0">
                <a:ln>
                  <a:noFill/>
                </a:ln>
                <a:solidFill>
                  <a:srgbClr val="FFFFFF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2pPr>
            <a:lvl3pPr marL="0" marR="0" indent="0" algn="ctr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0" u="none" strike="noStrike" cap="none" spc="0" baseline="0">
                <a:ln>
                  <a:noFill/>
                </a:ln>
                <a:solidFill>
                  <a:srgbClr val="FFFFFF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3pPr>
            <a:lvl4pPr marL="0" marR="0" indent="0" algn="ctr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0" u="none" strike="noStrike" cap="none" spc="0" baseline="0">
                <a:ln>
                  <a:noFill/>
                </a:ln>
                <a:solidFill>
                  <a:srgbClr val="FFFFFF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4pPr>
            <a:lvl5pPr marL="0" marR="0" indent="0" algn="ctr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0" u="none" strike="noStrike" cap="none" spc="0" baseline="0">
                <a:ln>
                  <a:noFill/>
                </a:ln>
                <a:solidFill>
                  <a:srgbClr val="FFFFFF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5pPr>
            <a:lvl6pPr marL="0" marR="0" indent="0" algn="ctr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0" u="none" strike="noStrike" cap="none" spc="0" baseline="0">
                <a:ln>
                  <a:noFill/>
                </a:ln>
                <a:solidFill>
                  <a:srgbClr val="FFFFFF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6pPr>
            <a:lvl7pPr marL="0" marR="0" indent="0" algn="ctr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0" u="none" strike="noStrike" cap="none" spc="0" baseline="0">
                <a:ln>
                  <a:noFill/>
                </a:ln>
                <a:solidFill>
                  <a:srgbClr val="FFFFFF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7pPr>
            <a:lvl8pPr marL="0" marR="0" indent="0" algn="ctr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0" u="none" strike="noStrike" cap="none" spc="0" baseline="0">
                <a:ln>
                  <a:noFill/>
                </a:ln>
                <a:solidFill>
                  <a:srgbClr val="FFFFFF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8pPr>
            <a:lvl9pPr marL="0" marR="0" indent="0" algn="ctr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0" u="none" strike="noStrike" cap="none" spc="0" baseline="0">
                <a:ln>
                  <a:noFill/>
                </a:ln>
                <a:solidFill>
                  <a:srgbClr val="FFFFFF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9pPr>
          </a:lstStyle>
          <a:p>
            <a:pPr marL="0" marR="0" lvl="0" indent="0" algn="l" defTabSz="81724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0" b="1" i="1" u="none" strike="noStrike" kern="0" cap="none" spc="0" normalizeH="0" baseline="0" noProof="0" dirty="0">
                <a:ln>
                  <a:noFill/>
                </a:ln>
                <a:solidFill>
                  <a:srgbClr val="6D8D24"/>
                </a:solidFill>
                <a:effectLst/>
                <a:uLnTx/>
                <a:uFillTx/>
                <a:latin typeface="Acumin Pro ExtraCondensed Black" panose="020B0608020202020204" pitchFamily="34" charset="77"/>
                <a:sym typeface="StrangerTimes-Regular"/>
              </a:rPr>
              <a:t>References</a:t>
            </a:r>
            <a:endParaRPr kumimoji="0" lang="en-US" sz="5000" b="1" i="1" u="none" strike="noStrike" kern="0" cap="none" spc="0" normalizeH="0" baseline="0" noProof="0" dirty="0">
              <a:ln>
                <a:noFill/>
              </a:ln>
              <a:solidFill>
                <a:srgbClr val="6D8D24"/>
              </a:solidFill>
              <a:effectLst/>
              <a:uLnTx/>
              <a:uFillTx/>
              <a:latin typeface="Acumin Pro ExtraCondensed Black" panose="020B0608020202020204" pitchFamily="34" charset="77"/>
              <a:ea typeface="StrangerTimes-Regular"/>
              <a:cs typeface="StrangerTimes-Regular"/>
              <a:sym typeface="StrangerTimes-Regular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FC065BF6-F5B7-A4BC-5494-EDB2852B7D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13175866"/>
            <a:ext cx="24384000" cy="548640"/>
          </a:xfrm>
          <a:prstGeom prst="rect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ea typeface="+mn-ea"/>
              <a:cs typeface="+mn-cs"/>
              <a:sym typeface="Helvetica Neue Medium"/>
            </a:endParaRP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51F1EE2F-B052-CC19-F221-3F7861932C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7636" b="-6024"/>
          <a:stretch/>
        </p:blipFill>
        <p:spPr>
          <a:xfrm>
            <a:off x="342431" y="499915"/>
            <a:ext cx="547746" cy="541654"/>
          </a:xfrm>
          <a:prstGeom prst="rect">
            <a:avLst/>
          </a:prstGeom>
        </p:spPr>
      </p:pic>
      <p:sp>
        <p:nvSpPr>
          <p:cNvPr id="26" name="Slide Number Placeholder 4">
            <a:extLst>
              <a:ext uri="{FF2B5EF4-FFF2-40B4-BE49-F238E27FC236}">
                <a16:creationId xmlns:a16="http://schemas.microsoft.com/office/drawing/2014/main" id="{423A45A1-48D8-C124-8C59-9B3A0AAEF94D}"/>
              </a:ext>
            </a:extLst>
          </p:cNvPr>
          <p:cNvSpPr txBox="1">
            <a:spLocks/>
          </p:cNvSpPr>
          <p:nvPr/>
        </p:nvSpPr>
        <p:spPr>
          <a:xfrm>
            <a:off x="23835360" y="13175866"/>
            <a:ext cx="548640" cy="548640"/>
          </a:xfrm>
          <a:prstGeom prst="rect">
            <a:avLst/>
          </a:prstGeom>
          <a:solidFill>
            <a:schemeClr val="accent2"/>
          </a:solidFill>
          <a:ln w="12700">
            <a:miter lim="400000"/>
          </a:ln>
        </p:spPr>
        <p:txBody>
          <a:bodyPr wrap="none" lIns="91440" tIns="91440" rIns="91440" bIns="91440" anchor="ctr" anchorCtr="0">
            <a:no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0" marR="0" indent="22860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000" b="1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0" marR="0" indent="45720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000" b="1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0" marR="0" indent="68580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000" b="1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0" marR="0" indent="91440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000" b="1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0" marR="0" indent="114300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000" b="1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0" marR="0" indent="137160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000" b="1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0" marR="0" indent="160020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000" b="1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0" marR="0" indent="182880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000" b="1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6CB4B4D-7CA3-9044-876B-883B54F8677D}" type="slidenum">
              <a:rPr kumimoji="0" lang="en-US" sz="2000" b="1" i="0" u="none" strike="noStrike" kern="0" cap="none" spc="0" normalizeH="0" baseline="0" noProof="0" smtClean="0">
                <a:ln>
                  <a:noFill/>
                </a:ln>
                <a:solidFill>
                  <a:srgbClr val="203920"/>
                </a:solidFill>
                <a:effectLst/>
                <a:uLnTx/>
                <a:uFillTx/>
                <a:latin typeface="Acumin Pro" panose="020B0504020202020204" pitchFamily="34" charset="77"/>
                <a:sym typeface="Helvetica Neue Light"/>
              </a:rPr>
              <a:pPr marL="0" marR="0" lvl="0" indent="0" algn="ctr" defTabSz="8255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2000" b="1" i="0" u="none" strike="noStrike" kern="0" cap="none" spc="0" normalizeH="0" baseline="0" noProof="0" dirty="0">
              <a:ln>
                <a:noFill/>
              </a:ln>
              <a:solidFill>
                <a:srgbClr val="203920"/>
              </a:solidFill>
              <a:effectLst/>
              <a:uLnTx/>
              <a:uFillTx/>
              <a:latin typeface="Acumin Pro" panose="020B0504020202020204" pitchFamily="34" charset="77"/>
              <a:sym typeface="Helvetica Neue Light"/>
            </a:endParaRPr>
          </a:p>
        </p:txBody>
      </p:sp>
    </p:spTree>
    <p:extLst>
      <p:ext uri="{BB962C8B-B14F-4D97-AF65-F5344CB8AC3E}">
        <p14:creationId xmlns:p14="http://schemas.microsoft.com/office/powerpoint/2010/main" val="1290694040"/>
      </p:ext>
    </p:extLst>
  </p:cSld>
  <p:clrMapOvr>
    <a:masterClrMapping/>
  </p:clrMapOvr>
  <p:transition spd="med"/>
</p:sld>
</file>

<file path=ppt/theme/theme1.xml><?xml version="1.0" encoding="utf-8"?>
<a:theme xmlns:a="http://schemas.openxmlformats.org/drawingml/2006/main" name="Black">
  <a:themeElements>
    <a:clrScheme name="Custom 1">
      <a:dk1>
        <a:srgbClr val="000000"/>
      </a:dk1>
      <a:lt1>
        <a:srgbClr val="FFFFFF"/>
      </a:lt1>
      <a:dk2>
        <a:srgbClr val="434343"/>
      </a:dk2>
      <a:lt2>
        <a:srgbClr val="A9A9A9"/>
      </a:lt2>
      <a:accent1>
        <a:srgbClr val="6D8D24"/>
      </a:accent1>
      <a:accent2>
        <a:srgbClr val="C6D300"/>
      </a:accent2>
      <a:accent3>
        <a:srgbClr val="203920"/>
      </a:accent3>
      <a:accent4>
        <a:srgbClr val="008AC1"/>
      </a:accent4>
      <a:accent5>
        <a:srgbClr val="E54827"/>
      </a:accent5>
      <a:accent6>
        <a:srgbClr val="8A8A66"/>
      </a:accent6>
      <a:hlink>
        <a:srgbClr val="A4DEF8"/>
      </a:hlink>
      <a:folHlink>
        <a:srgbClr val="F68A1F"/>
      </a:folHlink>
    </a:clrScheme>
    <a:fontScheme name="Black">
      <a:majorFont>
        <a:latin typeface="Helvetica Neue Medium"/>
        <a:ea typeface="Helvetica Neue Medium"/>
        <a:cs typeface="Helvetica Neue Medium"/>
      </a:majorFont>
      <a:minorFont>
        <a:latin typeface="Helvetica Neue Medium"/>
        <a:ea typeface="Helvetica Neue Medium"/>
        <a:cs typeface="Helvetica Neue Medium"/>
      </a:minorFont>
    </a:fontScheme>
    <a:fmtScheme name="Black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>
            <a:lumOff val="13529"/>
          </a:schemeClr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FFFFFF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000" b="1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Helvetica Neue"/>
            <a:ea typeface="Helvetica Neue"/>
            <a:cs typeface="Helvetica Neue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Black">
  <a:themeElements>
    <a:clrScheme name="Black">
      <a:dk1>
        <a:srgbClr val="000000"/>
      </a:dk1>
      <a:lt1>
        <a:srgbClr val="FFFFFF"/>
      </a:lt1>
      <a:dk2>
        <a:srgbClr val="434343"/>
      </a:dk2>
      <a:lt2>
        <a:srgbClr val="A9A9A9"/>
      </a:lt2>
      <a:accent1>
        <a:srgbClr val="0076BA"/>
      </a:accent1>
      <a:accent2>
        <a:srgbClr val="00A89D"/>
      </a:accent2>
      <a:accent3>
        <a:srgbClr val="1DB100"/>
      </a:accent3>
      <a:accent4>
        <a:srgbClr val="F8BA00"/>
      </a:accent4>
      <a:accent5>
        <a:srgbClr val="EE220C"/>
      </a:accent5>
      <a:accent6>
        <a:srgbClr val="CB297B"/>
      </a:accent6>
      <a:hlink>
        <a:srgbClr val="0000FF"/>
      </a:hlink>
      <a:folHlink>
        <a:srgbClr val="FF00FF"/>
      </a:folHlink>
    </a:clrScheme>
    <a:fontScheme name="Black">
      <a:majorFont>
        <a:latin typeface="Helvetica Neue Medium"/>
        <a:ea typeface="Helvetica Neue Medium"/>
        <a:cs typeface="Helvetica Neue Medium"/>
      </a:majorFont>
      <a:minorFont>
        <a:latin typeface="Helvetica Neue Medium"/>
        <a:ea typeface="Helvetica Neue Medium"/>
        <a:cs typeface="Helvetica Neue Medium"/>
      </a:minorFont>
    </a:fontScheme>
    <a:fmtScheme name="Black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>
            <a:lumOff val="13529"/>
          </a:schemeClr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FFFFFF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000" b="1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Helvetica Neue"/>
            <a:ea typeface="Helvetica Neue"/>
            <a:cs typeface="Helvetica Neue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46794</TotalTime>
  <Words>202</Words>
  <Application>Microsoft Office PowerPoint</Application>
  <PresentationFormat>Custom</PresentationFormat>
  <Paragraphs>66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1" baseType="lpstr">
      <vt:lpstr>Acumin Pro</vt:lpstr>
      <vt:lpstr>Acumin Pro Condensed Ult Black</vt:lpstr>
      <vt:lpstr>Acumin Pro ExtraCondensed Black</vt:lpstr>
      <vt:lpstr>Acumin Pro Semibold</vt:lpstr>
      <vt:lpstr>Helvetica Neue</vt:lpstr>
      <vt:lpstr>Helvetica Neue Light</vt:lpstr>
      <vt:lpstr>Helvetica Neue Medium</vt:lpstr>
      <vt:lpstr>Wingdings</vt:lpstr>
      <vt:lpstr>Black</vt:lpstr>
      <vt:lpstr>PowerPoint Presentation</vt:lpstr>
      <vt:lpstr>Table of Contents</vt:lpstr>
      <vt:lpstr>PowerPoint Presentation</vt:lpstr>
      <vt:lpstr>Table of Contents</vt:lpstr>
      <vt:lpstr>PowerPoint Presentation</vt:lpstr>
      <vt:lpstr>Table of Contents</vt:lpstr>
      <vt:lpstr>PowerPoint Presentation</vt:lpstr>
      <vt:lpstr>Table of Contents</vt:lpstr>
      <vt:lpstr>PowerPoint Presentation</vt:lpstr>
      <vt:lpstr>Table of Contents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This is a Headline</dc:title>
  <cp:lastModifiedBy>Jon Tran</cp:lastModifiedBy>
  <cp:revision>194</cp:revision>
  <cp:lastPrinted>2019-10-31T22:17:55Z</cp:lastPrinted>
  <dcterms:modified xsi:type="dcterms:W3CDTF">2026-01-23T23:29:59Z</dcterms:modified>
</cp:coreProperties>
</file>