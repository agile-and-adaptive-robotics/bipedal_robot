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2984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63500"/>
            <a:ext cx="56388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(A) Layered FEA model: loads and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3100" y="571500"/>
            <a:ext cx="241300" cy="1473200"/>
          </a:xfrm>
          <a:prstGeom prst="rect">
            <a:avLst/>
          </a:prstGeom>
          <a:solidFill>
            <a:srgbClr val="D9E1E7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558800" y="584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58800" y="711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58800" y="838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58800" y="965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58800" y="1092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8800" y="1219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58800" y="1346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58800" y="1473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8800" y="1600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8800" y="1727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58800" y="1854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58800" y="1981200"/>
            <a:ext cx="114300" cy="8890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" y="889000"/>
            <a:ext cx="508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Fixed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73100"/>
            <a:ext cx="3060700" cy="190500"/>
          </a:xfrm>
          <a:prstGeom prst="rect">
            <a:avLst/>
          </a:prstGeom>
          <a:solidFill>
            <a:srgbClr val="D7DEE4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5600" y="6858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Fabric outer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5100" y="7683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400" y="863600"/>
            <a:ext cx="3060700" cy="190500"/>
          </a:xfrm>
          <a:prstGeom prst="rect">
            <a:avLst/>
          </a:prstGeom>
          <a:solidFill>
            <a:srgbClr val="CCE5F3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5600" y="8763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Outer rubber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5100" y="9588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1054100"/>
            <a:ext cx="3060700" cy="190500"/>
          </a:xfrm>
          <a:prstGeom prst="rect">
            <a:avLst/>
          </a:prstGeom>
          <a:solidFill>
            <a:srgbClr val="F6D7C8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5600" y="10668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Aramid helix (+θ)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5100" y="11493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1244600"/>
            <a:ext cx="3060700" cy="190500"/>
          </a:xfrm>
          <a:prstGeom prst="rect">
            <a:avLst/>
          </a:prstGeom>
          <a:solidFill>
            <a:srgbClr val="CCE5F3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5600" y="12573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Middle rubber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75100" y="13398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1435100"/>
            <a:ext cx="3060700" cy="190500"/>
          </a:xfrm>
          <a:prstGeom prst="rect">
            <a:avLst/>
          </a:prstGeom>
          <a:solidFill>
            <a:srgbClr val="FAEABB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5600" y="14478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Inner helix (−θ)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75100" y="15303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14400" y="1625600"/>
            <a:ext cx="3060700" cy="190500"/>
          </a:xfrm>
          <a:prstGeom prst="rect">
            <a:avLst/>
          </a:prstGeom>
          <a:solidFill>
            <a:srgbClr val="CCE5F3"/>
          </a:solidFill>
          <a:ln w="6985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600" y="16383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Inner rubber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75100" y="1720850"/>
            <a:ext cx="127000" cy="0"/>
          </a:xfrm>
          <a:prstGeom prst="line">
            <a:avLst/>
          </a:prstGeom>
          <a:ln w="889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55700" y="825500"/>
            <a:ext cx="0" cy="7620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5700" y="1016000"/>
            <a:ext cx="0" cy="7620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55700" y="1206500"/>
            <a:ext cx="0" cy="7620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5700" y="1397000"/>
            <a:ext cx="0" cy="7620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5700" y="1587500"/>
            <a:ext cx="0" cy="7620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342900"/>
            <a:ext cx="2794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Contact elements at layer interfaces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55700" y="571500"/>
            <a:ext cx="0" cy="76200"/>
          </a:xfrm>
          <a:prstGeom prst="line">
            <a:avLst/>
          </a:prstGeom>
          <a:ln w="127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524000" y="1816100"/>
            <a:ext cx="0" cy="3429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095500" y="1816100"/>
            <a:ext cx="0" cy="3429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67000" y="1816100"/>
            <a:ext cx="0" cy="3429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38500" y="1816100"/>
            <a:ext cx="0" cy="3429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930400" y="2209800"/>
            <a:ext cx="18161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72B2"/>
                </a:solidFill>
                <a:latin typeface="Arial"/>
              </a:rPr>
              <a:t>Internal air pressure 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7400" y="2540000"/>
            <a:ext cx="31877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87400" y="2667000"/>
            <a:ext cx="3175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Longitudinal symmetry plane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975100" y="558800"/>
            <a:ext cx="0" cy="19939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00500" y="355600"/>
            <a:ext cx="18034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Half-length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4500" y="2044700"/>
            <a:ext cx="15113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Radial motion allowed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52900" y="2171700"/>
            <a:ext cx="0" cy="2413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52900" y="1917700"/>
            <a:ext cx="0" cy="2540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254500" y="2514600"/>
            <a:ext cx="15113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Axial: fixed, or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movable / loaded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